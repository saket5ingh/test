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70031504a4376" /><Relationship Type="http://schemas.openxmlformats.org/officeDocument/2006/relationships/extended-properties" Target="/docProps/app.xml" Id="Rb0685d79f6874f29" /><Relationship Type="http://schemas.openxmlformats.org/officeDocument/2006/relationships/officeDocument" Target="/ppt/presentation.xml" Id="Rf57f7401cd544f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5044088a845ce"/>
  </p:sldMasterIdLst>
  <p:notesMasterIdLst>
    <p:notesMasterId xmlns:r="http://schemas.openxmlformats.org/officeDocument/2006/relationships" r:id="R32e971f6a3ef4502"/>
  </p:notesMasterIdLst>
  <p:sldIdLst>
    <p:sldId xmlns:r="http://schemas.openxmlformats.org/officeDocument/2006/relationships" id="256" r:id="R1325ed9ff01c4aa4"/>
    <p:sldId xmlns:r="http://schemas.openxmlformats.org/officeDocument/2006/relationships" id="257" r:id="Rd5553f98bc98443b"/>
    <p:sldId xmlns:r="http://schemas.openxmlformats.org/officeDocument/2006/relationships" id="258" r:id="Re3cdc5a46aa54a8b"/>
    <p:sldId xmlns:r="http://schemas.openxmlformats.org/officeDocument/2006/relationships" id="259" r:id="R8035fe464ddb4f55"/>
    <p:sldId xmlns:r="http://schemas.openxmlformats.org/officeDocument/2006/relationships" id="260" r:id="R3e0e9974c5474ec7"/>
    <p:sldId xmlns:r="http://schemas.openxmlformats.org/officeDocument/2006/relationships" id="261" r:id="Rf81a12d0913847aa"/>
    <p:sldId xmlns:r="http://schemas.openxmlformats.org/officeDocument/2006/relationships" id="262" r:id="R98c3962e3003451f"/>
    <p:sldId xmlns:r="http://schemas.openxmlformats.org/officeDocument/2006/relationships" id="263" r:id="Rac1f296b685c441f"/>
    <p:sldId xmlns:r="http://schemas.openxmlformats.org/officeDocument/2006/relationships" id="264" r:id="R06e76928a7ef410b"/>
    <p:sldId xmlns:r="http://schemas.openxmlformats.org/officeDocument/2006/relationships" id="265" r:id="Ra30a236f852d4f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943df22b54698" /><Relationship Type="http://schemas.openxmlformats.org/officeDocument/2006/relationships/slideMaster" Target="/ppt/slideMasters/slideMaster1.xml" Id="Re9f5044088a845ce" /><Relationship Type="http://schemas.openxmlformats.org/officeDocument/2006/relationships/notesMaster" Target="/ppt/notesMasters/notesMaster1.xml" Id="R32e971f6a3ef4502" /><Relationship Type="http://schemas.openxmlformats.org/officeDocument/2006/relationships/presProps" Target="/ppt/presProps.xml" Id="R215b83a82bfb4c87" /><Relationship Type="http://schemas.openxmlformats.org/officeDocument/2006/relationships/tableStyles" Target="/ppt/tableStyles.xml" Id="R162c601f8cc84424" /><Relationship Type="http://schemas.openxmlformats.org/officeDocument/2006/relationships/slide" Target="/ppt/slides/slide1.xml" Id="R1325ed9ff01c4aa4" /><Relationship Type="http://schemas.openxmlformats.org/officeDocument/2006/relationships/slide" Target="/ppt/slides/slide2.xml" Id="Rd5553f98bc98443b" /><Relationship Type="http://schemas.openxmlformats.org/officeDocument/2006/relationships/slide" Target="/ppt/slides/slide3.xml" Id="Re3cdc5a46aa54a8b" /><Relationship Type="http://schemas.openxmlformats.org/officeDocument/2006/relationships/slide" Target="/ppt/slides/slide4.xml" Id="R8035fe464ddb4f55" /><Relationship Type="http://schemas.openxmlformats.org/officeDocument/2006/relationships/slide" Target="/ppt/slides/slide5.xml" Id="R3e0e9974c5474ec7" /><Relationship Type="http://schemas.openxmlformats.org/officeDocument/2006/relationships/slide" Target="/ppt/slides/slide6.xml" Id="Rf81a12d0913847aa" /><Relationship Type="http://schemas.openxmlformats.org/officeDocument/2006/relationships/slide" Target="/ppt/slides/slide7.xml" Id="R98c3962e3003451f" /><Relationship Type="http://schemas.openxmlformats.org/officeDocument/2006/relationships/slide" Target="/ppt/slides/slide8.xml" Id="Rac1f296b685c441f" /><Relationship Type="http://schemas.openxmlformats.org/officeDocument/2006/relationships/slide" Target="/ppt/slides/slide9.xml" Id="R06e76928a7ef410b" /><Relationship Type="http://schemas.openxmlformats.org/officeDocument/2006/relationships/slide" Target="/ppt/slides/slide10.xml" Id="Ra30a236f852d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997561310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bc497b44c44600" /><Relationship Type="http://schemas.openxmlformats.org/officeDocument/2006/relationships/notesMaster" Target="/ppt/notesMasters/notesMaster1.xml" Id="R9af817642ec048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8a3d6e0ac48c0" /><Relationship Type="http://schemas.openxmlformats.org/officeDocument/2006/relationships/notesMaster" Target="/ppt/notesMasters/notesMaster1.xml" Id="R1eaabebc77d2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51e62679540ad" /><Relationship Type="http://schemas.openxmlformats.org/officeDocument/2006/relationships/notesMaster" Target="/ppt/notesMasters/notesMaster1.xml" Id="R09bb5f34ea7743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9ffb815814296" /><Relationship Type="http://schemas.openxmlformats.org/officeDocument/2006/relationships/notesMaster" Target="/ppt/notesMasters/notesMaster1.xml" Id="Rb5067c70c696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002eca61343c3" /><Relationship Type="http://schemas.openxmlformats.org/officeDocument/2006/relationships/notesMaster" Target="/ppt/notesMasters/notesMaster1.xml" Id="R035a0b2f0c0a45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c310ac1174c1d" /><Relationship Type="http://schemas.openxmlformats.org/officeDocument/2006/relationships/notesMaster" Target="/ppt/notesMasters/notesMaster1.xml" Id="Rc2938d170904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0f8c1a2da4937" /><Relationship Type="http://schemas.openxmlformats.org/officeDocument/2006/relationships/notesMaster" Target="/ppt/notesMasters/notesMaster1.xml" Id="Rb15c7e4994374e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338d90c4ab402a" /><Relationship Type="http://schemas.openxmlformats.org/officeDocument/2006/relationships/notesMaster" Target="/ppt/notesMasters/notesMaster1.xml" Id="R8e9c544e9eb242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b14e876dbb491d" /><Relationship Type="http://schemas.openxmlformats.org/officeDocument/2006/relationships/notesMaster" Target="/ppt/notesMasters/notesMaster1.xml" Id="R6563ffa2ab4c4c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5e8f63c784a2d" /><Relationship Type="http://schemas.openxmlformats.org/officeDocument/2006/relationships/notesMaster" Target="/ppt/notesMasters/notesMaster1.xml" Id="R7c0ca47494ee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explains the four modes of deploy/setup_production.py. Production remains disabled until the client completes the review and acceptance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script has four mutually exclusive modes: no mode, --apply, --deploy RELEASE_RUN_ID and --create-admin.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command accepts --domain and --email. If omitted, it prompts for them. Default mode returns after printing the offline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--reviewer is omitted, the script asks ‘GitHub deployment reviewer username (someone else):’. The script also asks for two YES confirmations. It requires a different reviewer from the setup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--apply creates the stack, role, host and runtime. It writes a candidate state/production-setup/production.json. The candidate must be reviewed and copied to deploy/environments/production.json through 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setup process prints ‘DNS: create A domain → PublicIPv4’. It then checks that DNS resolves only to the expected address and completes the GHCR login through SSM.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script requires a numeric release run ID for Production. It dispatches deploy.yml on main. The GitHub Production environment then requires a different reviewer to approve the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existing backend/app/create_user.py tool asks for User ID, Email, Name, Role, New password and password confirmation. The first account should use role 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script does not ask for owner contacts, acceptance window, Google OAuth setup or monthly-schedule approval. The client records those decisions in the handover documents.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concise sequence. Replace REVIEWER with a GitHub username and RELEASE_RUN_ID with the successful GitHub Actions run ID. Keep the monthly scraper disabled until client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6c9a7e1c444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1afc4dede4c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ad7b9d2b147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ee3291f3140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459b38464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266bc2b0345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61C327-18CC-4783-B4BE-447744D96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BEBB01-5E7B-446F-B921-E9A6FA3765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C9E37C-E89B-49DB-9A7D-4065CF567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9121B6-5977-41A3-B5B3-FC8666957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26BDCC-ACA6-4236-86C5-4F9718A46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3EF707-2170-4017-B7AE-F69FEDE50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C611F6-91C1-40DC-90A1-461A9646D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27B534-CC12-43C4-85C8-27B7BC6888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C12B2-5AA3-44D6-A5D4-4714BB983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92344B-49AA-4BBA-B48A-154BBA8580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93c6a60c494584" /><Relationship Type="http://schemas.openxmlformats.org/officeDocument/2006/relationships/slideLayout" Target="/ppt/slideLayouts/slideLayout1.xml" Id="R4cf4107ac4dc4064" /><Relationship Type="http://schemas.openxmlformats.org/officeDocument/2006/relationships/slideLayout" Target="/ppt/slideLayouts/slideLayout2.xml" Id="Rce10cd34bcb64ef6" /><Relationship Type="http://schemas.openxmlformats.org/officeDocument/2006/relationships/slideLayout" Target="/ppt/slideLayouts/slideLayout3.xml" Id="R26660b042b594eea" /><Relationship Type="http://schemas.openxmlformats.org/officeDocument/2006/relationships/slideLayout" Target="/ppt/slideLayouts/slideLayout4.xml" Id="R81e6944fe1c24c6c" /><Relationship Type="http://schemas.openxmlformats.org/officeDocument/2006/relationships/slideLayout" Target="/ppt/slideLayouts/slideLayout5.xml" Id="R894b379e25824d56" /><Relationship Type="http://schemas.openxmlformats.org/officeDocument/2006/relationships/slideLayout" Target="/ppt/slideLayouts/slideLayout6.xml" Id="Rcf799e3ea9e1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4107ac4dc4064"/>
    <p:sldLayoutId xmlns:r="http://schemas.openxmlformats.org/officeDocument/2006/relationships" id="2147483650" r:id="Rce10cd34bcb64ef6"/>
    <p:sldLayoutId xmlns:r="http://schemas.openxmlformats.org/officeDocument/2006/relationships" id="2147483651" r:id="R26660b042b594eea"/>
    <p:sldLayoutId xmlns:r="http://schemas.openxmlformats.org/officeDocument/2006/relationships" id="2147483652" r:id="R81e6944fe1c24c6c"/>
    <p:sldLayoutId xmlns:r="http://schemas.openxmlformats.org/officeDocument/2006/relationships" id="2147483653" r:id="R894b379e25824d56"/>
    <p:sldLayoutId xmlns:r="http://schemas.openxmlformats.org/officeDocument/2006/relationships" id="2147483654" r:id="Rcf799e3ea9e1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49b1d98be4519" /><Relationship Type="http://schemas.openxmlformats.org/officeDocument/2006/relationships/notesSlide" Target="/ppt/notesSlides/notesSlide1.xml" Id="Rb3f2ccbdaa5c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cadd3d7ee46cc" /><Relationship Type="http://schemas.openxmlformats.org/officeDocument/2006/relationships/notesSlide" Target="/ppt/notesSlides/notesSlide2.xml" Id="Rb4d0127350c84a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2867f1fb14116" /><Relationship Type="http://schemas.openxmlformats.org/officeDocument/2006/relationships/notesSlide" Target="/ppt/notesSlides/notesSlide3.xml" Id="Rae8ba06fccef40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fc4e707f441ff" /><Relationship Type="http://schemas.openxmlformats.org/officeDocument/2006/relationships/notesSlide" Target="/ppt/notesSlides/notesSlide4.xml" Id="R206aca4c7a404d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ba399dc564afe" /><Relationship Type="http://schemas.openxmlformats.org/officeDocument/2006/relationships/notesSlide" Target="/ppt/notesSlides/notesSlide5.xml" Id="Rc9e8efef7d584f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f8c32bf0e43d2" /><Relationship Type="http://schemas.openxmlformats.org/officeDocument/2006/relationships/notesSlide" Target="/ppt/notesSlides/notesSlide6.xml" Id="R3e382c461c16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bd7cd1b5a4ad3" /><Relationship Type="http://schemas.openxmlformats.org/officeDocument/2006/relationships/notesSlide" Target="/ppt/notesSlides/notesSlide7.xml" Id="Rfdecf5099755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0f1ee890b4051" /><Relationship Type="http://schemas.openxmlformats.org/officeDocument/2006/relationships/notesSlide" Target="/ppt/notesSlides/notesSlide8.xml" Id="Rc90b73d57ff040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6c8c7d98c46c3" /><Relationship Type="http://schemas.openxmlformats.org/officeDocument/2006/relationships/notesSlide" Target="/ppt/notesSlides/notesSlide9.xml" Id="Rb860e8fcb09743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a9a19dce1462f" /><Relationship Type="http://schemas.openxmlformats.org/officeDocument/2006/relationships/notesSlide" Target="/ppt/notesSlides/notesSlide10.xml" Id="R7b50d0afb53e43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10225-5E6F-4DC0-954D-D5EEB09C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F59E0B"/>
                </a:solidFill>
              </a:defRPr>
            </a:defPPr>
            <a:lvl1pPr algn="l">
              <a:defRPr sz="1050" b="1" i="0">
                <a:solidFill>
                  <a:srgbClr val="F59E0B"/>
                </a:solidFill>
              </a:defRPr>
            </a:lvl1pPr>
            <a:lvl2pPr algn="l">
              <a:defRPr sz="1050" b="1" i="0">
                <a:solidFill>
                  <a:srgbClr val="F59E0B"/>
                </a:solidFill>
              </a:defRPr>
            </a:lvl2pPr>
            <a:lvl3pPr algn="l">
              <a:defRPr sz="1050" b="1" i="0">
                <a:solidFill>
                  <a:srgbClr val="F59E0B"/>
                </a:solidFill>
              </a:defRPr>
            </a:lvl3pPr>
            <a:lvl4pPr algn="l">
              <a:defRPr sz="1050" b="1" i="0">
                <a:solidFill>
                  <a:srgbClr val="F59E0B"/>
                </a:solidFill>
              </a:defRPr>
            </a:lvl4pPr>
            <a:lvl5pPr algn="l">
              <a:defRPr sz="1050" b="1" i="0">
                <a:solidFill>
                  <a:srgbClr val="F59E0B"/>
                </a:solidFill>
              </a:defRPr>
            </a:lvl5pPr>
            <a:lvl6pPr algn="l">
              <a:defRPr sz="1050" b="1" i="0">
                <a:solidFill>
                  <a:srgbClr val="F59E0B"/>
                </a:solidFill>
              </a:defRPr>
            </a:lvl6pPr>
            <a:lvl7pPr algn="l">
              <a:defRPr sz="1050" b="1" i="0">
                <a:solidFill>
                  <a:srgbClr val="F59E0B"/>
                </a:solidFill>
              </a:defRPr>
            </a:lvl7pPr>
            <a:lvl8pPr algn="l">
              <a:defRPr sz="1050" b="1" i="0">
                <a:solidFill>
                  <a:srgbClr val="F59E0B"/>
                </a:solidFill>
              </a:defRPr>
            </a:lvl8pPr>
            <a:lvl9pPr algn="l">
              <a:defRPr sz="10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ENFOLD DATA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033B-6A53-476F-9BDD-2E227EC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 i="0">
                <a:solidFill>
                  <a:srgbClr val="FFFFFF"/>
                </a:solidFill>
              </a:defRPr>
            </a:defPPr>
            <a:lvl1pPr algn="l">
              <a:defRPr sz="4200" b="1" i="0">
                <a:solidFill>
                  <a:srgbClr val="FFFFFF"/>
                </a:solidFill>
              </a:defRPr>
            </a:lvl1pPr>
            <a:lvl2pPr algn="l">
              <a:defRPr sz="4200" b="1" i="0">
                <a:solidFill>
                  <a:srgbClr val="FFFFFF"/>
                </a:solidFill>
              </a:defRPr>
            </a:lvl2pPr>
            <a:lvl3pPr algn="l">
              <a:defRPr sz="4200" b="1" i="0">
                <a:solidFill>
                  <a:srgbClr val="FFFFFF"/>
                </a:solidFill>
              </a:defRPr>
            </a:lvl3pPr>
            <a:lvl4pPr algn="l">
              <a:defRPr sz="4200" b="1" i="0">
                <a:solidFill>
                  <a:srgbClr val="FFFFFF"/>
                </a:solidFill>
              </a:defRPr>
            </a:lvl4pPr>
            <a:lvl5pPr algn="l">
              <a:defRPr sz="4200" b="1" i="0">
                <a:solidFill>
                  <a:srgbClr val="FFFFFF"/>
                </a:solidFill>
              </a:defRPr>
            </a:lvl5pPr>
            <a:lvl6pPr algn="l">
              <a:defRPr sz="4200" b="1" i="0">
                <a:solidFill>
                  <a:srgbClr val="FFFFFF"/>
                </a:solidFill>
              </a:defRPr>
            </a:lvl6pPr>
            <a:lvl7pPr algn="l">
              <a:defRPr sz="4200" b="1" i="0">
                <a:solidFill>
                  <a:srgbClr val="FFFFFF"/>
                </a:solidFill>
              </a:defRPr>
            </a:lvl7pPr>
            <a:lvl8pPr algn="l">
              <a:defRPr sz="4200" b="1" i="0">
                <a:solidFill>
                  <a:srgbClr val="FFFFFF"/>
                </a:solidFill>
              </a:defRPr>
            </a:lvl8pPr>
            <a:lvl9pPr algn="l">
              <a:defRPr sz="42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Production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6185D-8406-4E14-909C-B41A2A26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 i="0">
                <a:solidFill>
                  <a:srgbClr val="D2DFE8"/>
                </a:solidFill>
              </a:defRPr>
            </a:defPPr>
            <a:lvl1pPr algn="l">
              <a:defRPr sz="1875" b="0" i="0">
                <a:solidFill>
                  <a:srgbClr val="D2DFE8"/>
                </a:solidFill>
              </a:defRPr>
            </a:lvl1pPr>
            <a:lvl2pPr algn="l">
              <a:defRPr sz="1875" b="0" i="0">
                <a:solidFill>
                  <a:srgbClr val="D2DFE8"/>
                </a:solidFill>
              </a:defRPr>
            </a:lvl2pPr>
            <a:lvl3pPr algn="l">
              <a:defRPr sz="1875" b="0" i="0">
                <a:solidFill>
                  <a:srgbClr val="D2DFE8"/>
                </a:solidFill>
              </a:defRPr>
            </a:lvl3pPr>
            <a:lvl4pPr algn="l">
              <a:defRPr sz="1875" b="0" i="0">
                <a:solidFill>
                  <a:srgbClr val="D2DFE8"/>
                </a:solidFill>
              </a:defRPr>
            </a:lvl4pPr>
            <a:lvl5pPr algn="l">
              <a:defRPr sz="1875" b="0" i="0">
                <a:solidFill>
                  <a:srgbClr val="D2DFE8"/>
                </a:solidFill>
              </a:defRPr>
            </a:lvl5pPr>
            <a:lvl6pPr algn="l">
              <a:defRPr sz="1875" b="0" i="0">
                <a:solidFill>
                  <a:srgbClr val="D2DFE8"/>
                </a:solidFill>
              </a:defRPr>
            </a:lvl6pPr>
            <a:lvl7pPr algn="l">
              <a:defRPr sz="1875" b="0" i="0">
                <a:solidFill>
                  <a:srgbClr val="D2DFE8"/>
                </a:solidFill>
              </a:defRPr>
            </a:lvl7pPr>
            <a:lvl8pPr algn="l">
              <a:defRPr sz="1875" b="0" i="0">
                <a:solidFill>
                  <a:srgbClr val="D2DFE8"/>
                </a:solidFill>
              </a:defRPr>
            </a:lvl8pPr>
            <a:lvl9pPr algn="l">
              <a:defRPr sz="1875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D2DFE8"/>
                </a:solidFill>
              </a:defRPr>
            </a:pPr>
            <a:r>
              <a:rPr sz="1875" b="0" i="0">
                <a:solidFill>
                  <a:srgbClr val="D2DFE8"/>
                </a:solidFill>
              </a:rPr>
              <a:t>Four script modes, exact commands and client approvals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1457A-A05E-455D-8881-88B19F81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81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A362F-FDD4-49F4-BB08-D4DE02B1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B8CBD9"/>
                </a:solidFill>
              </a:defRPr>
            </a:defPPr>
            <a:lvl1pPr algn="l">
              <a:defRPr sz="1200" b="0" i="0">
                <a:solidFill>
                  <a:srgbClr val="B8CBD9"/>
                </a:solidFill>
              </a:defRPr>
            </a:lvl1pPr>
            <a:lvl2pPr algn="l">
              <a:defRPr sz="1200" b="0" i="0">
                <a:solidFill>
                  <a:srgbClr val="B8CBD9"/>
                </a:solidFill>
              </a:defRPr>
            </a:lvl2pPr>
            <a:lvl3pPr algn="l">
              <a:defRPr sz="1200" b="0" i="0">
                <a:solidFill>
                  <a:srgbClr val="B8CBD9"/>
                </a:solidFill>
              </a:defRPr>
            </a:lvl3pPr>
            <a:lvl4pPr algn="l">
              <a:defRPr sz="1200" b="0" i="0">
                <a:solidFill>
                  <a:srgbClr val="B8CBD9"/>
                </a:solidFill>
              </a:defRPr>
            </a:lvl4pPr>
            <a:lvl5pPr algn="l">
              <a:defRPr sz="1200" b="0" i="0">
                <a:solidFill>
                  <a:srgbClr val="B8CBD9"/>
                </a:solidFill>
              </a:defRPr>
            </a:lvl5pPr>
            <a:lvl6pPr algn="l">
              <a:defRPr sz="1200" b="0" i="0">
                <a:solidFill>
                  <a:srgbClr val="B8CBD9"/>
                </a:solidFill>
              </a:defRPr>
            </a:lvl6pPr>
            <a:lvl7pPr algn="l">
              <a:defRPr sz="1200" b="0" i="0">
                <a:solidFill>
                  <a:srgbClr val="B8CBD9"/>
                </a:solidFill>
              </a:defRPr>
            </a:lvl7pPr>
            <a:lvl8pPr algn="l">
              <a:defRPr sz="1200" b="0" i="0">
                <a:solidFill>
                  <a:srgbClr val="B8CBD9"/>
                </a:solidFill>
              </a:defRPr>
            </a:lvl8pPr>
            <a:lvl9pPr algn="l">
              <a:defRPr sz="1200" b="0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B8CBD9"/>
                </a:solidFill>
              </a:defRPr>
            </a:pPr>
            <a:r>
              <a:rPr sz="1200" b="0" i="0">
                <a:solidFill>
                  <a:srgbClr val="B8CBD9"/>
                </a:solidFill>
              </a:rPr>
              <a:t>FFG · eCourts case collection and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B59BB-D2B7-4ACD-8906-98A1A6D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B8CBD9"/>
                </a:solidFill>
              </a:defRPr>
            </a:defPPr>
            <a:lvl1pPr algn="l">
              <a:defRPr sz="1050" b="0" i="0">
                <a:solidFill>
                  <a:srgbClr val="B8CBD9"/>
                </a:solidFill>
              </a:defRPr>
            </a:lvl1pPr>
            <a:lvl2pPr algn="l">
              <a:defRPr sz="1050" b="0" i="0">
                <a:solidFill>
                  <a:srgbClr val="B8CBD9"/>
                </a:solidFill>
              </a:defRPr>
            </a:lvl2pPr>
            <a:lvl3pPr algn="l">
              <a:defRPr sz="1050" b="0" i="0">
                <a:solidFill>
                  <a:srgbClr val="B8CBD9"/>
                </a:solidFill>
              </a:defRPr>
            </a:lvl3pPr>
            <a:lvl4pPr algn="l">
              <a:defRPr sz="1050" b="0" i="0">
                <a:solidFill>
                  <a:srgbClr val="B8CBD9"/>
                </a:solidFill>
              </a:defRPr>
            </a:lvl4pPr>
            <a:lvl5pPr algn="l">
              <a:defRPr sz="1050" b="0" i="0">
                <a:solidFill>
                  <a:srgbClr val="B8CBD9"/>
                </a:solidFill>
              </a:defRPr>
            </a:lvl5pPr>
            <a:lvl6pPr algn="l">
              <a:defRPr sz="1050" b="0" i="0">
                <a:solidFill>
                  <a:srgbClr val="B8CBD9"/>
                </a:solidFill>
              </a:defRPr>
            </a:lvl6pPr>
            <a:lvl7pPr algn="l">
              <a:defRPr sz="1050" b="0" i="0">
                <a:solidFill>
                  <a:srgbClr val="B8CBD9"/>
                </a:solidFill>
              </a:defRPr>
            </a:lvl7pPr>
            <a:lvl8pPr algn="l">
              <a:defRPr sz="1050" b="0" i="0">
                <a:solidFill>
                  <a:srgbClr val="B8CBD9"/>
                </a:solidFill>
              </a:defRPr>
            </a:lvl8pPr>
            <a:lvl9pPr algn="l">
              <a:defRPr sz="1050" b="0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B8CBD9"/>
                </a:solidFill>
              </a:defRPr>
            </a:pPr>
            <a:r>
              <a:rPr sz="1050" b="0" i="0">
                <a:solidFill>
                  <a:srgbClr val="B8CBD9"/>
                </a:solidFill>
              </a:rPr>
              <a:t>Use this guide with deploy/PRODUCTION_SETUP.md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CB9D6-A189-4AB7-B1E1-0753DEEA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0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 i="0">
                <a:solidFill>
                  <a:srgbClr val="B8CBD9"/>
                </a:solidFill>
              </a:defRPr>
            </a:defPPr>
            <a:lvl1pPr algn="r">
              <a:defRPr sz="1050" b="0" i="0">
                <a:solidFill>
                  <a:srgbClr val="B8CBD9"/>
                </a:solidFill>
              </a:defRPr>
            </a:lvl1pPr>
            <a:lvl2pPr algn="r">
              <a:defRPr sz="1050" b="0" i="0">
                <a:solidFill>
                  <a:srgbClr val="B8CBD9"/>
                </a:solidFill>
              </a:defRPr>
            </a:lvl2pPr>
            <a:lvl3pPr algn="r">
              <a:defRPr sz="1050" b="0" i="0">
                <a:solidFill>
                  <a:srgbClr val="B8CBD9"/>
                </a:solidFill>
              </a:defRPr>
            </a:lvl3pPr>
            <a:lvl4pPr algn="r">
              <a:defRPr sz="1050" b="0" i="0">
                <a:solidFill>
                  <a:srgbClr val="B8CBD9"/>
                </a:solidFill>
              </a:defRPr>
            </a:lvl4pPr>
            <a:lvl5pPr algn="r">
              <a:defRPr sz="1050" b="0" i="0">
                <a:solidFill>
                  <a:srgbClr val="B8CBD9"/>
                </a:solidFill>
              </a:defRPr>
            </a:lvl5pPr>
            <a:lvl6pPr algn="r">
              <a:defRPr sz="1050" b="0" i="0">
                <a:solidFill>
                  <a:srgbClr val="B8CBD9"/>
                </a:solidFill>
              </a:defRPr>
            </a:lvl6pPr>
            <a:lvl7pPr algn="r">
              <a:defRPr sz="1050" b="0" i="0">
                <a:solidFill>
                  <a:srgbClr val="B8CBD9"/>
                </a:solidFill>
              </a:defRPr>
            </a:lvl7pPr>
            <a:lvl8pPr algn="r">
              <a:defRPr sz="1050" b="0" i="0">
                <a:solidFill>
                  <a:srgbClr val="B8CBD9"/>
                </a:solidFill>
              </a:defRPr>
            </a:lvl8pPr>
            <a:lvl9pPr algn="r">
              <a:defRPr sz="1050" b="0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B8CBD9"/>
                </a:solidFill>
              </a:defRPr>
            </a:pPr>
            <a:r>
              <a:rPr sz="1050" b="0" i="0">
                <a:solidFill>
                  <a:srgbClr val="B8CBD9"/>
                </a:solidFill>
              </a:rPr>
              <a:t>28 October 2026</a:t>
            </a:r>
          </a:p>
        </p:txBody>
      </p:sp>
    </p:spTree>
    <p:extLst>
      <p:ext uri="{BB962C8B-B14F-4D97-AF65-F5344CB8AC3E}">
        <p14:creationId xmlns:p14="http://schemas.microsoft.com/office/powerpoint/2010/main" val="505826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CA7608-CE99-4C9A-97F9-CACBD13D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0EA5A4"/>
                </a:solidFill>
              </a:defRPr>
            </a:defPPr>
            <a:lvl1pPr algn="l">
              <a:defRPr sz="900" b="1" i="0">
                <a:solidFill>
                  <a:srgbClr val="0EA5A4"/>
                </a:solidFill>
              </a:defRPr>
            </a:lvl1pPr>
            <a:lvl2pPr algn="l">
              <a:defRPr sz="900" b="1" i="0">
                <a:solidFill>
                  <a:srgbClr val="0EA5A4"/>
                </a:solidFill>
              </a:defRPr>
            </a:lvl2pPr>
            <a:lvl3pPr algn="l">
              <a:defRPr sz="900" b="1" i="0">
                <a:solidFill>
                  <a:srgbClr val="0EA5A4"/>
                </a:solidFill>
              </a:defRPr>
            </a:lvl3pPr>
            <a:lvl4pPr algn="l">
              <a:defRPr sz="900" b="1" i="0">
                <a:solidFill>
                  <a:srgbClr val="0EA5A4"/>
                </a:solidFill>
              </a:defRPr>
            </a:lvl4pPr>
            <a:lvl5pPr algn="l">
              <a:defRPr sz="900" b="1" i="0">
                <a:solidFill>
                  <a:srgbClr val="0EA5A4"/>
                </a:solidFill>
              </a:defRPr>
            </a:lvl5pPr>
            <a:lvl6pPr algn="l">
              <a:defRPr sz="900" b="1" i="0">
                <a:solidFill>
                  <a:srgbClr val="0EA5A4"/>
                </a:solidFill>
              </a:defRPr>
            </a:lvl6pPr>
            <a:lvl7pPr algn="l">
              <a:defRPr sz="900" b="1" i="0">
                <a:solidFill>
                  <a:srgbClr val="0EA5A4"/>
                </a:solidFill>
              </a:defRPr>
            </a:lvl7pPr>
            <a:lvl8pPr algn="l">
              <a:defRPr sz="900" b="1" i="0">
                <a:solidFill>
                  <a:srgbClr val="0EA5A4"/>
                </a:solidFill>
              </a:defRPr>
            </a:lvl8pPr>
            <a:lvl9pPr algn="l">
              <a:defRPr sz="9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0EA5A4"/>
                </a:solidFill>
              </a:defRPr>
            </a:pPr>
            <a:r>
              <a:rPr sz="900" b="1" i="0">
                <a:solidFill>
                  <a:srgbClr val="0EA5A4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03CCC-8044-4C69-BAAD-E9E92CD8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0B1F33"/>
                </a:solidFill>
              </a:defRPr>
            </a:defPPr>
            <a:lvl1pPr algn="l">
              <a:defRPr sz="2550" b="1" i="0">
                <a:solidFill>
                  <a:srgbClr val="0B1F33"/>
                </a:solidFill>
              </a:defRPr>
            </a:lvl1pPr>
            <a:lvl2pPr algn="l">
              <a:defRPr sz="2550" b="1" i="0">
                <a:solidFill>
                  <a:srgbClr val="0B1F33"/>
                </a:solidFill>
              </a:defRPr>
            </a:lvl2pPr>
            <a:lvl3pPr algn="l">
              <a:defRPr sz="2550" b="1" i="0">
                <a:solidFill>
                  <a:srgbClr val="0B1F33"/>
                </a:solidFill>
              </a:defRPr>
            </a:lvl3pPr>
            <a:lvl4pPr algn="l">
              <a:defRPr sz="2550" b="1" i="0">
                <a:solidFill>
                  <a:srgbClr val="0B1F33"/>
                </a:solidFill>
              </a:defRPr>
            </a:lvl4pPr>
            <a:lvl5pPr algn="l">
              <a:defRPr sz="2550" b="1" i="0">
                <a:solidFill>
                  <a:srgbClr val="0B1F33"/>
                </a:solidFill>
              </a:defRPr>
            </a:lvl5pPr>
            <a:lvl6pPr algn="l">
              <a:defRPr sz="2550" b="1" i="0">
                <a:solidFill>
                  <a:srgbClr val="0B1F33"/>
                </a:solidFill>
              </a:defRPr>
            </a:lvl6pPr>
            <a:lvl7pPr algn="l">
              <a:defRPr sz="2550" b="1" i="0">
                <a:solidFill>
                  <a:srgbClr val="0B1F33"/>
                </a:solidFill>
              </a:defRPr>
            </a:lvl7pPr>
            <a:lvl8pPr algn="l">
              <a:defRPr sz="2550" b="1" i="0">
                <a:solidFill>
                  <a:srgbClr val="0B1F33"/>
                </a:solidFill>
              </a:defRPr>
            </a:lvl8pPr>
            <a:lvl9pPr algn="l">
              <a:defRPr sz="255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F33"/>
                </a:solidFill>
              </a:defRPr>
            </a:pPr>
            <a:r>
              <a:rPr sz="2550" b="1" i="0">
                <a:solidFill>
                  <a:srgbClr val="0B1F33"/>
                </a:solidFill>
              </a:rPr>
              <a:t>The script has four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4E379-C397-4674-A039-4555D99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Each mode stops at a clear review point. The script does not complete every Production action in one automatic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06BE5-2CE7-43E2-A352-8BE7B7C0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3618B-58C0-4315-A304-1B7819BF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</a:defRPr>
            </a:defPPr>
            <a:lvl1pPr algn="ctr">
              <a:defRPr sz="1500" b="1" i="0">
                <a:solidFill>
                  <a:srgbClr val="FFFFFF"/>
                </a:solidFill>
              </a:defRPr>
            </a:lvl1pPr>
            <a:lvl2pPr algn="ctr">
              <a:defRPr sz="1500" b="1" i="0">
                <a:solidFill>
                  <a:srgbClr val="FFFFFF"/>
                </a:solidFill>
              </a:defRPr>
            </a:lvl2pPr>
            <a:lvl3pPr algn="ctr">
              <a:defRPr sz="1500" b="1" i="0">
                <a:solidFill>
                  <a:srgbClr val="FFFFFF"/>
                </a:solidFill>
              </a:defRPr>
            </a:lvl3pPr>
            <a:lvl4pPr algn="ctr">
              <a:defRPr sz="1500" b="1" i="0">
                <a:solidFill>
                  <a:srgbClr val="FFFFFF"/>
                </a:solidFill>
              </a:defRPr>
            </a:lvl4pPr>
            <a:lvl5pPr algn="ctr">
              <a:defRPr sz="1500" b="1" i="0">
                <a:solidFill>
                  <a:srgbClr val="FFFFFF"/>
                </a:solidFill>
              </a:defRPr>
            </a:lvl5pPr>
            <a:lvl6pPr algn="ctr">
              <a:defRPr sz="1500" b="1" i="0">
                <a:solidFill>
                  <a:srgbClr val="FFFFFF"/>
                </a:solidFill>
              </a:defRPr>
            </a:lvl6pPr>
            <a:lvl7pPr algn="ctr">
              <a:defRPr sz="1500" b="1" i="0">
                <a:solidFill>
                  <a:srgbClr val="FFFFFF"/>
                </a:solidFill>
              </a:defRPr>
            </a:lvl7pPr>
            <a:lvl8pPr algn="ctr">
              <a:defRPr sz="1500" b="1" i="0">
                <a:solidFill>
                  <a:srgbClr val="FFFFFF"/>
                </a:solidFill>
              </a:defRPr>
            </a:lvl8pPr>
            <a:lvl9pPr algn="ctr">
              <a:defRPr sz="15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9C07-29FB-4E5D-BF20-6BA4863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28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0B1F33"/>
                </a:solidFill>
              </a:defRPr>
            </a:defPPr>
            <a:lvl1pPr algn="l">
              <a:defRPr sz="1575" b="1" i="0">
                <a:solidFill>
                  <a:srgbClr val="0B1F33"/>
                </a:solidFill>
              </a:defRPr>
            </a:lvl1pPr>
            <a:lvl2pPr algn="l">
              <a:defRPr sz="1575" b="1" i="0">
                <a:solidFill>
                  <a:srgbClr val="0B1F33"/>
                </a:solidFill>
              </a:defRPr>
            </a:lvl2pPr>
            <a:lvl3pPr algn="l">
              <a:defRPr sz="1575" b="1" i="0">
                <a:solidFill>
                  <a:srgbClr val="0B1F33"/>
                </a:solidFill>
              </a:defRPr>
            </a:lvl3pPr>
            <a:lvl4pPr algn="l">
              <a:defRPr sz="1575" b="1" i="0">
                <a:solidFill>
                  <a:srgbClr val="0B1F33"/>
                </a:solidFill>
              </a:defRPr>
            </a:lvl4pPr>
            <a:lvl5pPr algn="l">
              <a:defRPr sz="1575" b="1" i="0">
                <a:solidFill>
                  <a:srgbClr val="0B1F33"/>
                </a:solidFill>
              </a:defRPr>
            </a:lvl5pPr>
            <a:lvl6pPr algn="l">
              <a:defRPr sz="1575" b="1" i="0">
                <a:solidFill>
                  <a:srgbClr val="0B1F33"/>
                </a:solidFill>
              </a:defRPr>
            </a:lvl6pPr>
            <a:lvl7pPr algn="l">
              <a:defRPr sz="1575" b="1" i="0">
                <a:solidFill>
                  <a:srgbClr val="0B1F33"/>
                </a:solidFill>
              </a:defRPr>
            </a:lvl7pPr>
            <a:lvl8pPr algn="l">
              <a:defRPr sz="1575" b="1" i="0">
                <a:solidFill>
                  <a:srgbClr val="0B1F33"/>
                </a:solidFill>
              </a:defRPr>
            </a:lvl8pPr>
            <a:lvl9pPr algn="l">
              <a:defRPr sz="1575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570D0-A151-4922-BD5E-4D7A415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0B1F33"/>
                </a:solidFill>
              </a:defRPr>
            </a:defPPr>
            <a:lvl1pPr algn="l">
              <a:defRPr sz="1350" b="0" i="0">
                <a:solidFill>
                  <a:srgbClr val="0B1F33"/>
                </a:solidFill>
              </a:defRPr>
            </a:lvl1pPr>
            <a:lvl2pPr algn="l">
              <a:defRPr sz="1350" b="0" i="0">
                <a:solidFill>
                  <a:srgbClr val="0B1F33"/>
                </a:solidFill>
              </a:defRPr>
            </a:lvl2pPr>
            <a:lvl3pPr algn="l">
              <a:defRPr sz="1350" b="0" i="0">
                <a:solidFill>
                  <a:srgbClr val="0B1F33"/>
                </a:solidFill>
              </a:defRPr>
            </a:lvl3pPr>
            <a:lvl4pPr algn="l">
              <a:defRPr sz="1350" b="0" i="0">
                <a:solidFill>
                  <a:srgbClr val="0B1F33"/>
                </a:solidFill>
              </a:defRPr>
            </a:lvl4pPr>
            <a:lvl5pPr algn="l">
              <a:defRPr sz="1350" b="0" i="0">
                <a:solidFill>
                  <a:srgbClr val="0B1F33"/>
                </a:solidFill>
              </a:defRPr>
            </a:lvl5pPr>
            <a:lvl6pPr algn="l">
              <a:defRPr sz="1350" b="0" i="0">
                <a:solidFill>
                  <a:srgbClr val="0B1F33"/>
                </a:solidFill>
              </a:defRPr>
            </a:lvl6pPr>
            <a:lvl7pPr algn="l">
              <a:defRPr sz="1350" b="0" i="0">
                <a:solidFill>
                  <a:srgbClr val="0B1F33"/>
                </a:solidFill>
              </a:defRPr>
            </a:lvl7pPr>
            <a:lvl8pPr algn="l">
              <a:defRPr sz="1350" b="0" i="0">
                <a:solidFill>
                  <a:srgbClr val="0B1F33"/>
                </a:solidFill>
              </a:defRPr>
            </a:lvl8pPr>
            <a:lvl9pPr algn="l">
              <a:defRPr sz="1350" b="0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0B1F33"/>
                </a:solidFill>
              </a:defRPr>
            </a:pPr>
            <a:r>
              <a:rPr sz="1350" b="0" i="0">
                <a:solidFill>
                  <a:srgbClr val="0B1F33"/>
                </a:solidFill>
              </a:rPr>
              <a:t>Offline plan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4DC9E-BBDB-4671-99A6-DC84912E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28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No AWS or GitHub writes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BD19F-7194-4EFB-BCE8-08B0041E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C48EE-7EFA-49E0-8D7D-76329678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E85D6-90F6-4C08-9746-66437D4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0B1F33"/>
                </a:solidFill>
              </a:defRPr>
            </a:defPPr>
            <a:lvl1pPr algn="ctr">
              <a:defRPr sz="1500" b="1" i="0">
                <a:solidFill>
                  <a:srgbClr val="0B1F33"/>
                </a:solidFill>
              </a:defRPr>
            </a:lvl1pPr>
            <a:lvl2pPr algn="ctr">
              <a:defRPr sz="1500" b="1" i="0">
                <a:solidFill>
                  <a:srgbClr val="0B1F33"/>
                </a:solidFill>
              </a:defRPr>
            </a:lvl2pPr>
            <a:lvl3pPr algn="ctr">
              <a:defRPr sz="1500" b="1" i="0">
                <a:solidFill>
                  <a:srgbClr val="0B1F33"/>
                </a:solidFill>
              </a:defRPr>
            </a:lvl3pPr>
            <a:lvl4pPr algn="ctr">
              <a:defRPr sz="1500" b="1" i="0">
                <a:solidFill>
                  <a:srgbClr val="0B1F33"/>
                </a:solidFill>
              </a:defRPr>
            </a:lvl4pPr>
            <a:lvl5pPr algn="ctr">
              <a:defRPr sz="1500" b="1" i="0">
                <a:solidFill>
                  <a:srgbClr val="0B1F33"/>
                </a:solidFill>
              </a:defRPr>
            </a:lvl5pPr>
            <a:lvl6pPr algn="ctr">
              <a:defRPr sz="1500" b="1" i="0">
                <a:solidFill>
                  <a:srgbClr val="0B1F33"/>
                </a:solidFill>
              </a:defRPr>
            </a:lvl6pPr>
            <a:lvl7pPr algn="ctr">
              <a:defRPr sz="1500" b="1" i="0">
                <a:solidFill>
                  <a:srgbClr val="0B1F33"/>
                </a:solidFill>
              </a:defRPr>
            </a:lvl7pPr>
            <a:lvl8pPr algn="ctr">
              <a:defRPr sz="1500" b="1" i="0">
                <a:solidFill>
                  <a:srgbClr val="0B1F33"/>
                </a:solidFill>
              </a:defRPr>
            </a:lvl8pPr>
            <a:lvl9pPr algn="ctr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DD170-9249-4DBF-97E2-7A4C4E99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0B1F33"/>
                </a:solidFill>
              </a:defRPr>
            </a:defPPr>
            <a:lvl1pPr algn="l">
              <a:defRPr sz="1575" b="1" i="0">
                <a:solidFill>
                  <a:srgbClr val="0B1F33"/>
                </a:solidFill>
              </a:defRPr>
            </a:lvl1pPr>
            <a:lvl2pPr algn="l">
              <a:defRPr sz="1575" b="1" i="0">
                <a:solidFill>
                  <a:srgbClr val="0B1F33"/>
                </a:solidFill>
              </a:defRPr>
            </a:lvl2pPr>
            <a:lvl3pPr algn="l">
              <a:defRPr sz="1575" b="1" i="0">
                <a:solidFill>
                  <a:srgbClr val="0B1F33"/>
                </a:solidFill>
              </a:defRPr>
            </a:lvl3pPr>
            <a:lvl4pPr algn="l">
              <a:defRPr sz="1575" b="1" i="0">
                <a:solidFill>
                  <a:srgbClr val="0B1F33"/>
                </a:solidFill>
              </a:defRPr>
            </a:lvl4pPr>
            <a:lvl5pPr algn="l">
              <a:defRPr sz="1575" b="1" i="0">
                <a:solidFill>
                  <a:srgbClr val="0B1F33"/>
                </a:solidFill>
              </a:defRPr>
            </a:lvl5pPr>
            <a:lvl6pPr algn="l">
              <a:defRPr sz="1575" b="1" i="0">
                <a:solidFill>
                  <a:srgbClr val="0B1F33"/>
                </a:solidFill>
              </a:defRPr>
            </a:lvl6pPr>
            <a:lvl7pPr algn="l">
              <a:defRPr sz="1575" b="1" i="0">
                <a:solidFill>
                  <a:srgbClr val="0B1F33"/>
                </a:solidFill>
              </a:defRPr>
            </a:lvl7pPr>
            <a:lvl8pPr algn="l">
              <a:defRPr sz="1575" b="1" i="0">
                <a:solidFill>
                  <a:srgbClr val="0B1F33"/>
                </a:solidFill>
              </a:defRPr>
            </a:lvl8pPr>
            <a:lvl9pPr algn="l">
              <a:defRPr sz="1575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Apply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41492-46ED-47E3-BC1A-BBD5E2D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0B1F33"/>
                </a:solidFill>
              </a:defRPr>
            </a:defPPr>
            <a:lvl1pPr algn="l">
              <a:defRPr sz="1350" b="0" i="0">
                <a:solidFill>
                  <a:srgbClr val="0B1F33"/>
                </a:solidFill>
              </a:defRPr>
            </a:lvl1pPr>
            <a:lvl2pPr algn="l">
              <a:defRPr sz="1350" b="0" i="0">
                <a:solidFill>
                  <a:srgbClr val="0B1F33"/>
                </a:solidFill>
              </a:defRPr>
            </a:lvl2pPr>
            <a:lvl3pPr algn="l">
              <a:defRPr sz="1350" b="0" i="0">
                <a:solidFill>
                  <a:srgbClr val="0B1F33"/>
                </a:solidFill>
              </a:defRPr>
            </a:lvl3pPr>
            <a:lvl4pPr algn="l">
              <a:defRPr sz="1350" b="0" i="0">
                <a:solidFill>
                  <a:srgbClr val="0B1F33"/>
                </a:solidFill>
              </a:defRPr>
            </a:lvl4pPr>
            <a:lvl5pPr algn="l">
              <a:defRPr sz="1350" b="0" i="0">
                <a:solidFill>
                  <a:srgbClr val="0B1F33"/>
                </a:solidFill>
              </a:defRPr>
            </a:lvl5pPr>
            <a:lvl6pPr algn="l">
              <a:defRPr sz="1350" b="0" i="0">
                <a:solidFill>
                  <a:srgbClr val="0B1F33"/>
                </a:solidFill>
              </a:defRPr>
            </a:lvl6pPr>
            <a:lvl7pPr algn="l">
              <a:defRPr sz="1350" b="0" i="0">
                <a:solidFill>
                  <a:srgbClr val="0B1F33"/>
                </a:solidFill>
              </a:defRPr>
            </a:lvl7pPr>
            <a:lvl8pPr algn="l">
              <a:defRPr sz="1350" b="0" i="0">
                <a:solidFill>
                  <a:srgbClr val="0B1F33"/>
                </a:solidFill>
              </a:defRPr>
            </a:lvl8pPr>
            <a:lvl9pPr algn="l">
              <a:defRPr sz="1350" b="0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0B1F33"/>
                </a:solidFill>
              </a:defRPr>
            </a:pPr>
            <a:r>
              <a:rPr sz="1350" b="0" i="0">
                <a:solidFill>
                  <a:srgbClr val="0B1F33"/>
                </a:solidFill>
              </a:rPr>
              <a:t>Provision Production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1F7C4-63C6-4C9E-834D-94458C0F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670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AWS and GitHub setup; no app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E6558-6633-457D-8C04-D1E55123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9AF9A-2FE1-4207-959A-498C8C44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B489A-DF77-4E37-9479-4989466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</a:defRPr>
            </a:defPPr>
            <a:lvl1pPr algn="ctr">
              <a:defRPr sz="1500" b="1" i="0">
                <a:solidFill>
                  <a:srgbClr val="FFFFFF"/>
                </a:solidFill>
              </a:defRPr>
            </a:lvl1pPr>
            <a:lvl2pPr algn="ctr">
              <a:defRPr sz="1500" b="1" i="0">
                <a:solidFill>
                  <a:srgbClr val="FFFFFF"/>
                </a:solidFill>
              </a:defRPr>
            </a:lvl2pPr>
            <a:lvl3pPr algn="ctr">
              <a:defRPr sz="1500" b="1" i="0">
                <a:solidFill>
                  <a:srgbClr val="FFFFFF"/>
                </a:solidFill>
              </a:defRPr>
            </a:lvl3pPr>
            <a:lvl4pPr algn="ctr">
              <a:defRPr sz="1500" b="1" i="0">
                <a:solidFill>
                  <a:srgbClr val="FFFFFF"/>
                </a:solidFill>
              </a:defRPr>
            </a:lvl4pPr>
            <a:lvl5pPr algn="ctr">
              <a:defRPr sz="1500" b="1" i="0">
                <a:solidFill>
                  <a:srgbClr val="FFFFFF"/>
                </a:solidFill>
              </a:defRPr>
            </a:lvl5pPr>
            <a:lvl6pPr algn="ctr">
              <a:defRPr sz="1500" b="1" i="0">
                <a:solidFill>
                  <a:srgbClr val="FFFFFF"/>
                </a:solidFill>
              </a:defRPr>
            </a:lvl6pPr>
            <a:lvl7pPr algn="ctr">
              <a:defRPr sz="1500" b="1" i="0">
                <a:solidFill>
                  <a:srgbClr val="FFFFFF"/>
                </a:solidFill>
              </a:defRPr>
            </a:lvl7pPr>
            <a:lvl8pPr algn="ctr">
              <a:defRPr sz="1500" b="1" i="0">
                <a:solidFill>
                  <a:srgbClr val="FFFFFF"/>
                </a:solidFill>
              </a:defRPr>
            </a:lvl8pPr>
            <a:lvl9pPr algn="ctr">
              <a:defRPr sz="15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589B0-51B9-41E3-B895-A9AB46EF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0B1F33"/>
                </a:solidFill>
              </a:defRPr>
            </a:defPPr>
            <a:lvl1pPr algn="l">
              <a:defRPr sz="1575" b="1" i="0">
                <a:solidFill>
                  <a:srgbClr val="0B1F33"/>
                </a:solidFill>
              </a:defRPr>
            </a:lvl1pPr>
            <a:lvl2pPr algn="l">
              <a:defRPr sz="1575" b="1" i="0">
                <a:solidFill>
                  <a:srgbClr val="0B1F33"/>
                </a:solidFill>
              </a:defRPr>
            </a:lvl2pPr>
            <a:lvl3pPr algn="l">
              <a:defRPr sz="1575" b="1" i="0">
                <a:solidFill>
                  <a:srgbClr val="0B1F33"/>
                </a:solidFill>
              </a:defRPr>
            </a:lvl3pPr>
            <a:lvl4pPr algn="l">
              <a:defRPr sz="1575" b="1" i="0">
                <a:solidFill>
                  <a:srgbClr val="0B1F33"/>
                </a:solidFill>
              </a:defRPr>
            </a:lvl4pPr>
            <a:lvl5pPr algn="l">
              <a:defRPr sz="1575" b="1" i="0">
                <a:solidFill>
                  <a:srgbClr val="0B1F33"/>
                </a:solidFill>
              </a:defRPr>
            </a:lvl5pPr>
            <a:lvl6pPr algn="l">
              <a:defRPr sz="1575" b="1" i="0">
                <a:solidFill>
                  <a:srgbClr val="0B1F33"/>
                </a:solidFill>
              </a:defRPr>
            </a:lvl6pPr>
            <a:lvl7pPr algn="l">
              <a:defRPr sz="1575" b="1" i="0">
                <a:solidFill>
                  <a:srgbClr val="0B1F33"/>
                </a:solidFill>
              </a:defRPr>
            </a:lvl7pPr>
            <a:lvl8pPr algn="l">
              <a:defRPr sz="1575" b="1" i="0">
                <a:solidFill>
                  <a:srgbClr val="0B1F33"/>
                </a:solidFill>
              </a:defRPr>
            </a:lvl8pPr>
            <a:lvl9pPr algn="l">
              <a:defRPr sz="1575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31B24-1EB8-4181-A7D3-C30C54EE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0B1F33"/>
                </a:solidFill>
              </a:defRPr>
            </a:defPPr>
            <a:lvl1pPr algn="l">
              <a:defRPr sz="1350" b="0" i="0">
                <a:solidFill>
                  <a:srgbClr val="0B1F33"/>
                </a:solidFill>
              </a:defRPr>
            </a:lvl1pPr>
            <a:lvl2pPr algn="l">
              <a:defRPr sz="1350" b="0" i="0">
                <a:solidFill>
                  <a:srgbClr val="0B1F33"/>
                </a:solidFill>
              </a:defRPr>
            </a:lvl2pPr>
            <a:lvl3pPr algn="l">
              <a:defRPr sz="1350" b="0" i="0">
                <a:solidFill>
                  <a:srgbClr val="0B1F33"/>
                </a:solidFill>
              </a:defRPr>
            </a:lvl3pPr>
            <a:lvl4pPr algn="l">
              <a:defRPr sz="1350" b="0" i="0">
                <a:solidFill>
                  <a:srgbClr val="0B1F33"/>
                </a:solidFill>
              </a:defRPr>
            </a:lvl4pPr>
            <a:lvl5pPr algn="l">
              <a:defRPr sz="1350" b="0" i="0">
                <a:solidFill>
                  <a:srgbClr val="0B1F33"/>
                </a:solidFill>
              </a:defRPr>
            </a:lvl5pPr>
            <a:lvl6pPr algn="l">
              <a:defRPr sz="1350" b="0" i="0">
                <a:solidFill>
                  <a:srgbClr val="0B1F33"/>
                </a:solidFill>
              </a:defRPr>
            </a:lvl6pPr>
            <a:lvl7pPr algn="l">
              <a:defRPr sz="1350" b="0" i="0">
                <a:solidFill>
                  <a:srgbClr val="0B1F33"/>
                </a:solidFill>
              </a:defRPr>
            </a:lvl7pPr>
            <a:lvl8pPr algn="l">
              <a:defRPr sz="1350" b="0" i="0">
                <a:solidFill>
                  <a:srgbClr val="0B1F33"/>
                </a:solidFill>
              </a:defRPr>
            </a:lvl8pPr>
            <a:lvl9pPr algn="l">
              <a:defRPr sz="1350" b="0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0B1F33"/>
                </a:solidFill>
              </a:defRPr>
            </a:pPr>
            <a:r>
              <a:rPr sz="1350" b="0" i="0">
                <a:solidFill>
                  <a:srgbClr val="0B1F33"/>
                </a:solidFill>
              </a:rPr>
              <a:t>Release a verified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796FC-8357-4F54-85AD-37328C7B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05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Dispatches the protected GitHub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E742B-112C-4C17-8DE5-72CB8F5E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61B01-ABF4-4227-905B-57740DA4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0C733-8EED-450D-B4FC-42542401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</a:defRPr>
            </a:defPPr>
            <a:lvl1pPr algn="ctr">
              <a:defRPr sz="1500" b="1" i="0">
                <a:solidFill>
                  <a:srgbClr val="FFFFFF"/>
                </a:solidFill>
              </a:defRPr>
            </a:lvl1pPr>
            <a:lvl2pPr algn="ctr">
              <a:defRPr sz="1500" b="1" i="0">
                <a:solidFill>
                  <a:srgbClr val="FFFFFF"/>
                </a:solidFill>
              </a:defRPr>
            </a:lvl2pPr>
            <a:lvl3pPr algn="ctr">
              <a:defRPr sz="1500" b="1" i="0">
                <a:solidFill>
                  <a:srgbClr val="FFFFFF"/>
                </a:solidFill>
              </a:defRPr>
            </a:lvl3pPr>
            <a:lvl4pPr algn="ctr">
              <a:defRPr sz="1500" b="1" i="0">
                <a:solidFill>
                  <a:srgbClr val="FFFFFF"/>
                </a:solidFill>
              </a:defRPr>
            </a:lvl4pPr>
            <a:lvl5pPr algn="ctr">
              <a:defRPr sz="1500" b="1" i="0">
                <a:solidFill>
                  <a:srgbClr val="FFFFFF"/>
                </a:solidFill>
              </a:defRPr>
            </a:lvl5pPr>
            <a:lvl6pPr algn="ctr">
              <a:defRPr sz="1500" b="1" i="0">
                <a:solidFill>
                  <a:srgbClr val="FFFFFF"/>
                </a:solidFill>
              </a:defRPr>
            </a:lvl6pPr>
            <a:lvl7pPr algn="ctr">
              <a:defRPr sz="1500" b="1" i="0">
                <a:solidFill>
                  <a:srgbClr val="FFFFFF"/>
                </a:solidFill>
              </a:defRPr>
            </a:lvl7pPr>
            <a:lvl8pPr algn="ctr">
              <a:defRPr sz="1500" b="1" i="0">
                <a:solidFill>
                  <a:srgbClr val="FFFFFF"/>
                </a:solidFill>
              </a:defRPr>
            </a:lvl8pPr>
            <a:lvl9pPr algn="ctr">
              <a:defRPr sz="15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F47EE-E07B-44D2-85D0-EDE328E7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0B1F33"/>
                </a:solidFill>
              </a:defRPr>
            </a:defPPr>
            <a:lvl1pPr algn="l">
              <a:defRPr sz="1575" b="1" i="0">
                <a:solidFill>
                  <a:srgbClr val="0B1F33"/>
                </a:solidFill>
              </a:defRPr>
            </a:lvl1pPr>
            <a:lvl2pPr algn="l">
              <a:defRPr sz="1575" b="1" i="0">
                <a:solidFill>
                  <a:srgbClr val="0B1F33"/>
                </a:solidFill>
              </a:defRPr>
            </a:lvl2pPr>
            <a:lvl3pPr algn="l">
              <a:defRPr sz="1575" b="1" i="0">
                <a:solidFill>
                  <a:srgbClr val="0B1F33"/>
                </a:solidFill>
              </a:defRPr>
            </a:lvl3pPr>
            <a:lvl4pPr algn="l">
              <a:defRPr sz="1575" b="1" i="0">
                <a:solidFill>
                  <a:srgbClr val="0B1F33"/>
                </a:solidFill>
              </a:defRPr>
            </a:lvl4pPr>
            <a:lvl5pPr algn="l">
              <a:defRPr sz="1575" b="1" i="0">
                <a:solidFill>
                  <a:srgbClr val="0B1F33"/>
                </a:solidFill>
              </a:defRPr>
            </a:lvl5pPr>
            <a:lvl6pPr algn="l">
              <a:defRPr sz="1575" b="1" i="0">
                <a:solidFill>
                  <a:srgbClr val="0B1F33"/>
                </a:solidFill>
              </a:defRPr>
            </a:lvl6pPr>
            <a:lvl7pPr algn="l">
              <a:defRPr sz="1575" b="1" i="0">
                <a:solidFill>
                  <a:srgbClr val="0B1F33"/>
                </a:solidFill>
              </a:defRPr>
            </a:lvl7pPr>
            <a:lvl8pPr algn="l">
              <a:defRPr sz="1575" b="1" i="0">
                <a:solidFill>
                  <a:srgbClr val="0B1F33"/>
                </a:solidFill>
              </a:defRPr>
            </a:lvl8pPr>
            <a:lvl9pPr algn="l">
              <a:defRPr sz="1575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Create admin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59E7E-60BC-40DD-8F31-D7574F72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43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0B1F33"/>
                </a:solidFill>
              </a:defRPr>
            </a:defPPr>
            <a:lvl1pPr algn="l">
              <a:defRPr sz="1350" b="0" i="0">
                <a:solidFill>
                  <a:srgbClr val="0B1F33"/>
                </a:solidFill>
              </a:defRPr>
            </a:lvl1pPr>
            <a:lvl2pPr algn="l">
              <a:defRPr sz="1350" b="0" i="0">
                <a:solidFill>
                  <a:srgbClr val="0B1F33"/>
                </a:solidFill>
              </a:defRPr>
            </a:lvl2pPr>
            <a:lvl3pPr algn="l">
              <a:defRPr sz="1350" b="0" i="0">
                <a:solidFill>
                  <a:srgbClr val="0B1F33"/>
                </a:solidFill>
              </a:defRPr>
            </a:lvl3pPr>
            <a:lvl4pPr algn="l">
              <a:defRPr sz="1350" b="0" i="0">
                <a:solidFill>
                  <a:srgbClr val="0B1F33"/>
                </a:solidFill>
              </a:defRPr>
            </a:lvl4pPr>
            <a:lvl5pPr algn="l">
              <a:defRPr sz="1350" b="0" i="0">
                <a:solidFill>
                  <a:srgbClr val="0B1F33"/>
                </a:solidFill>
              </a:defRPr>
            </a:lvl5pPr>
            <a:lvl6pPr algn="l">
              <a:defRPr sz="1350" b="0" i="0">
                <a:solidFill>
                  <a:srgbClr val="0B1F33"/>
                </a:solidFill>
              </a:defRPr>
            </a:lvl6pPr>
            <a:lvl7pPr algn="l">
              <a:defRPr sz="1350" b="0" i="0">
                <a:solidFill>
                  <a:srgbClr val="0B1F33"/>
                </a:solidFill>
              </a:defRPr>
            </a:lvl7pPr>
            <a:lvl8pPr algn="l">
              <a:defRPr sz="1350" b="0" i="0">
                <a:solidFill>
                  <a:srgbClr val="0B1F33"/>
                </a:solidFill>
              </a:defRPr>
            </a:lvl8pPr>
            <a:lvl9pPr algn="l">
              <a:defRPr sz="1350" b="0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0B1F33"/>
                </a:solidFill>
              </a:defRPr>
            </a:pPr>
            <a:r>
              <a:rPr sz="1350" b="0" i="0">
                <a:solidFill>
                  <a:srgbClr val="0B1F33"/>
                </a:solidFill>
              </a:rPr>
              <a:t>Create first administrator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54F17-D52B-4BDA-B681-388F70C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Opens the existing account tool through SSM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41E0E-D68A-44CE-A2B3-CFF28EB3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F106A-01A5-4F96-9BAE-68C6FC2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D2A1C-ACF1-4D55-BC55-15F0FE92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 i="0">
                <a:solidFill>
                  <a:srgbClr val="C2410C"/>
                </a:solidFill>
              </a:defRPr>
            </a:defPPr>
            <a:lvl1pPr algn="ctr">
              <a:defRPr sz="1125" b="1" i="0">
                <a:solidFill>
                  <a:srgbClr val="C2410C"/>
                </a:solidFill>
              </a:defRPr>
            </a:lvl1pPr>
            <a:lvl2pPr algn="ctr">
              <a:defRPr sz="1125" b="1" i="0">
                <a:solidFill>
                  <a:srgbClr val="C2410C"/>
                </a:solidFill>
              </a:defRPr>
            </a:lvl2pPr>
            <a:lvl3pPr algn="ctr">
              <a:defRPr sz="1125" b="1" i="0">
                <a:solidFill>
                  <a:srgbClr val="C2410C"/>
                </a:solidFill>
              </a:defRPr>
            </a:lvl3pPr>
            <a:lvl4pPr algn="ctr">
              <a:defRPr sz="1125" b="1" i="0">
                <a:solidFill>
                  <a:srgbClr val="C2410C"/>
                </a:solidFill>
              </a:defRPr>
            </a:lvl4pPr>
            <a:lvl5pPr algn="ctr">
              <a:defRPr sz="1125" b="1" i="0">
                <a:solidFill>
                  <a:srgbClr val="C2410C"/>
                </a:solidFill>
              </a:defRPr>
            </a:lvl5pPr>
            <a:lvl6pPr algn="ctr">
              <a:defRPr sz="1125" b="1" i="0">
                <a:solidFill>
                  <a:srgbClr val="C2410C"/>
                </a:solidFill>
              </a:defRPr>
            </a:lvl6pPr>
            <a:lvl7pPr algn="ctr">
              <a:defRPr sz="1125" b="1" i="0">
                <a:solidFill>
                  <a:srgbClr val="C2410C"/>
                </a:solidFill>
              </a:defRPr>
            </a:lvl7pPr>
            <a:lvl8pPr algn="ctr">
              <a:defRPr sz="1125" b="1" i="0">
                <a:solidFill>
                  <a:srgbClr val="C2410C"/>
                </a:solidFill>
              </a:defRPr>
            </a:lvl8pPr>
            <a:lvl9pPr algn="ctr">
              <a:defRPr sz="1125" b="1" i="0">
                <a:solidFill>
                  <a:srgbClr val="C2410C"/>
                </a:solidFill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C2410C"/>
                </a:solidFill>
              </a:defRPr>
            </a:pPr>
            <a:r>
              <a:rPr sz="1125" b="1" i="0">
                <a:solidFill>
                  <a:srgbClr val="C2410C"/>
                </a:solidFill>
              </a:rPr>
              <a:t>Monthly scraping starts OFF. Enable it only after Production acceptance.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40596-5995-43AA-A3FF-FB95A39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6F3522-746A-4EC9-A31C-488B014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526579"/>
                </a:solidFill>
              </a:defRPr>
            </a:defPPr>
            <a:lvl1pPr algn="l">
              <a:defRPr sz="825" b="1" i="0">
                <a:solidFill>
                  <a:srgbClr val="526579"/>
                </a:solidFill>
              </a:defRPr>
            </a:lvl1pPr>
            <a:lvl2pPr algn="l">
              <a:defRPr sz="825" b="1" i="0">
                <a:solidFill>
                  <a:srgbClr val="526579"/>
                </a:solidFill>
              </a:defRPr>
            </a:lvl2pPr>
            <a:lvl3pPr algn="l">
              <a:defRPr sz="825" b="1" i="0">
                <a:solidFill>
                  <a:srgbClr val="526579"/>
                </a:solidFill>
              </a:defRPr>
            </a:lvl3pPr>
            <a:lvl4pPr algn="l">
              <a:defRPr sz="825" b="1" i="0">
                <a:solidFill>
                  <a:srgbClr val="526579"/>
                </a:solidFill>
              </a:defRPr>
            </a:lvl4pPr>
            <a:lvl5pPr algn="l">
              <a:defRPr sz="825" b="1" i="0">
                <a:solidFill>
                  <a:srgbClr val="526579"/>
                </a:solidFill>
              </a:defRPr>
            </a:lvl5pPr>
            <a:lvl6pPr algn="l">
              <a:defRPr sz="825" b="1" i="0">
                <a:solidFill>
                  <a:srgbClr val="526579"/>
                </a:solidFill>
              </a:defRPr>
            </a:lvl6pPr>
            <a:lvl7pPr algn="l">
              <a:defRPr sz="825" b="1" i="0">
                <a:solidFill>
                  <a:srgbClr val="526579"/>
                </a:solidFill>
              </a:defRPr>
            </a:lvl7pPr>
            <a:lvl8pPr algn="l">
              <a:defRPr sz="825" b="1" i="0">
                <a:solidFill>
                  <a:srgbClr val="526579"/>
                </a:solidFill>
              </a:defRPr>
            </a:lvl8pPr>
            <a:lvl9pPr algn="l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FFG Production Setup Guide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4BD244-DF90-40FD-B704-FB68484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526579"/>
                </a:solidFill>
              </a:defRPr>
            </a:defPPr>
            <a:lvl1pPr algn="r">
              <a:defRPr sz="825" b="1" i="0">
                <a:solidFill>
                  <a:srgbClr val="526579"/>
                </a:solidFill>
              </a:defRPr>
            </a:lvl1pPr>
            <a:lvl2pPr algn="r">
              <a:defRPr sz="825" b="1" i="0">
                <a:solidFill>
                  <a:srgbClr val="526579"/>
                </a:solidFill>
              </a:defRPr>
            </a:lvl2pPr>
            <a:lvl3pPr algn="r">
              <a:defRPr sz="825" b="1" i="0">
                <a:solidFill>
                  <a:srgbClr val="526579"/>
                </a:solidFill>
              </a:defRPr>
            </a:lvl3pPr>
            <a:lvl4pPr algn="r">
              <a:defRPr sz="825" b="1" i="0">
                <a:solidFill>
                  <a:srgbClr val="526579"/>
                </a:solidFill>
              </a:defRPr>
            </a:lvl4pPr>
            <a:lvl5pPr algn="r">
              <a:defRPr sz="825" b="1" i="0">
                <a:solidFill>
                  <a:srgbClr val="526579"/>
                </a:solidFill>
              </a:defRPr>
            </a:lvl5pPr>
            <a:lvl6pPr algn="r">
              <a:defRPr sz="825" b="1" i="0">
                <a:solidFill>
                  <a:srgbClr val="526579"/>
                </a:solidFill>
              </a:defRPr>
            </a:lvl6pPr>
            <a:lvl7pPr algn="r">
              <a:defRPr sz="825" b="1" i="0">
                <a:solidFill>
                  <a:srgbClr val="526579"/>
                </a:solidFill>
              </a:defRPr>
            </a:lvl7pPr>
            <a:lvl8pPr algn="r">
              <a:defRPr sz="825" b="1" i="0">
                <a:solidFill>
                  <a:srgbClr val="526579"/>
                </a:solidFill>
              </a:defRPr>
            </a:lvl8pPr>
            <a:lvl9pPr algn="r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8524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C3BEA-0068-49DF-A44A-A824CB98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0EA5A4"/>
                </a:solidFill>
              </a:defRPr>
            </a:defPPr>
            <a:lvl1pPr algn="l">
              <a:defRPr sz="900" b="1" i="0">
                <a:solidFill>
                  <a:srgbClr val="0EA5A4"/>
                </a:solidFill>
              </a:defRPr>
            </a:lvl1pPr>
            <a:lvl2pPr algn="l">
              <a:defRPr sz="900" b="1" i="0">
                <a:solidFill>
                  <a:srgbClr val="0EA5A4"/>
                </a:solidFill>
              </a:defRPr>
            </a:lvl2pPr>
            <a:lvl3pPr algn="l">
              <a:defRPr sz="900" b="1" i="0">
                <a:solidFill>
                  <a:srgbClr val="0EA5A4"/>
                </a:solidFill>
              </a:defRPr>
            </a:lvl3pPr>
            <a:lvl4pPr algn="l">
              <a:defRPr sz="900" b="1" i="0">
                <a:solidFill>
                  <a:srgbClr val="0EA5A4"/>
                </a:solidFill>
              </a:defRPr>
            </a:lvl4pPr>
            <a:lvl5pPr algn="l">
              <a:defRPr sz="900" b="1" i="0">
                <a:solidFill>
                  <a:srgbClr val="0EA5A4"/>
                </a:solidFill>
              </a:defRPr>
            </a:lvl5pPr>
            <a:lvl6pPr algn="l">
              <a:defRPr sz="900" b="1" i="0">
                <a:solidFill>
                  <a:srgbClr val="0EA5A4"/>
                </a:solidFill>
              </a:defRPr>
            </a:lvl6pPr>
            <a:lvl7pPr algn="l">
              <a:defRPr sz="900" b="1" i="0">
                <a:solidFill>
                  <a:srgbClr val="0EA5A4"/>
                </a:solidFill>
              </a:defRPr>
            </a:lvl7pPr>
            <a:lvl8pPr algn="l">
              <a:defRPr sz="900" b="1" i="0">
                <a:solidFill>
                  <a:srgbClr val="0EA5A4"/>
                </a:solidFill>
              </a:defRPr>
            </a:lvl8pPr>
            <a:lvl9pPr algn="l">
              <a:defRPr sz="9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0EA5A4"/>
                </a:solidFill>
              </a:defRPr>
            </a:pPr>
            <a:r>
              <a:rPr sz="900" b="1" i="0">
                <a:solidFill>
                  <a:srgbClr val="0EA5A4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457D8-C236-47F7-A639-8926D06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0B1F33"/>
                </a:solidFill>
              </a:defRPr>
            </a:defPPr>
            <a:lvl1pPr algn="l">
              <a:defRPr sz="2550" b="1" i="0">
                <a:solidFill>
                  <a:srgbClr val="0B1F33"/>
                </a:solidFill>
              </a:defRPr>
            </a:lvl1pPr>
            <a:lvl2pPr algn="l">
              <a:defRPr sz="2550" b="1" i="0">
                <a:solidFill>
                  <a:srgbClr val="0B1F33"/>
                </a:solidFill>
              </a:defRPr>
            </a:lvl2pPr>
            <a:lvl3pPr algn="l">
              <a:defRPr sz="2550" b="1" i="0">
                <a:solidFill>
                  <a:srgbClr val="0B1F33"/>
                </a:solidFill>
              </a:defRPr>
            </a:lvl3pPr>
            <a:lvl4pPr algn="l">
              <a:defRPr sz="2550" b="1" i="0">
                <a:solidFill>
                  <a:srgbClr val="0B1F33"/>
                </a:solidFill>
              </a:defRPr>
            </a:lvl4pPr>
            <a:lvl5pPr algn="l">
              <a:defRPr sz="2550" b="1" i="0">
                <a:solidFill>
                  <a:srgbClr val="0B1F33"/>
                </a:solidFill>
              </a:defRPr>
            </a:lvl5pPr>
            <a:lvl6pPr algn="l">
              <a:defRPr sz="2550" b="1" i="0">
                <a:solidFill>
                  <a:srgbClr val="0B1F33"/>
                </a:solidFill>
              </a:defRPr>
            </a:lvl6pPr>
            <a:lvl7pPr algn="l">
              <a:defRPr sz="2550" b="1" i="0">
                <a:solidFill>
                  <a:srgbClr val="0B1F33"/>
                </a:solidFill>
              </a:defRPr>
            </a:lvl7pPr>
            <a:lvl8pPr algn="l">
              <a:defRPr sz="2550" b="1" i="0">
                <a:solidFill>
                  <a:srgbClr val="0B1F33"/>
                </a:solidFill>
              </a:defRPr>
            </a:lvl8pPr>
            <a:lvl9pPr algn="l">
              <a:defRPr sz="255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F33"/>
                </a:solidFill>
              </a:defRPr>
            </a:pPr>
            <a:r>
              <a:rPr sz="2550" b="1" i="0">
                <a:solidFill>
                  <a:srgbClr val="0B1F33"/>
                </a:solidFill>
              </a:rPr>
              <a:t>Mode 1 · Prepare an offline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F2EE3-8AE5-447C-A633-67C89F2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Use this first. It shows the intended Production setup and makes no AWS or GitHub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9F43B-EB42-4AD6-9503-37632164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80010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40B34-D2F1-40F1-8744-A70A7CAA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857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1" i="0">
                <a:solidFill>
                  <a:srgbClr val="16844A"/>
                </a:solidFill>
              </a:defRPr>
            </a:defPPr>
            <a:lvl1pPr algn="ctr">
              <a:defRPr sz="825" b="1" i="0">
                <a:solidFill>
                  <a:srgbClr val="16844A"/>
                </a:solidFill>
              </a:defRPr>
            </a:lvl1pPr>
            <a:lvl2pPr algn="ctr">
              <a:defRPr sz="825" b="1" i="0">
                <a:solidFill>
                  <a:srgbClr val="16844A"/>
                </a:solidFill>
              </a:defRPr>
            </a:lvl2pPr>
            <a:lvl3pPr algn="ctr">
              <a:defRPr sz="825" b="1" i="0">
                <a:solidFill>
                  <a:srgbClr val="16844A"/>
                </a:solidFill>
              </a:defRPr>
            </a:lvl3pPr>
            <a:lvl4pPr algn="ctr">
              <a:defRPr sz="825" b="1" i="0">
                <a:solidFill>
                  <a:srgbClr val="16844A"/>
                </a:solidFill>
              </a:defRPr>
            </a:lvl4pPr>
            <a:lvl5pPr algn="ctr">
              <a:defRPr sz="825" b="1" i="0">
                <a:solidFill>
                  <a:srgbClr val="16844A"/>
                </a:solidFill>
              </a:defRPr>
            </a:lvl5pPr>
            <a:lvl6pPr algn="ctr">
              <a:defRPr sz="825" b="1" i="0">
                <a:solidFill>
                  <a:srgbClr val="16844A"/>
                </a:solidFill>
              </a:defRPr>
            </a:lvl6pPr>
            <a:lvl7pPr algn="ctr">
              <a:defRPr sz="825" b="1" i="0">
                <a:solidFill>
                  <a:srgbClr val="16844A"/>
                </a:solidFill>
              </a:defRPr>
            </a:lvl7pPr>
            <a:lvl8pPr algn="ctr">
              <a:defRPr sz="825" b="1" i="0">
                <a:solidFill>
                  <a:srgbClr val="16844A"/>
                </a:solidFill>
              </a:defRPr>
            </a:lvl8pPr>
            <a:lvl9pPr algn="ctr">
              <a:defRPr sz="825" b="1" i="0">
                <a:solidFill>
                  <a:srgbClr val="16844A"/>
                </a:solidFill>
              </a:defRPr>
            </a:lvl9pPr>
          </a:lstStyle>
          <a:p xmlns:a="http://schemas.openxmlformats.org/drawingml/2006/main">
            <a:pPr algn="ctr">
              <a:defRPr sz="825" b="1" i="0">
                <a:solidFill>
                  <a:srgbClr val="16844A"/>
                </a:solidFill>
              </a:defRPr>
            </a:pPr>
            <a:r>
              <a:rPr sz="825" b="1" i="0">
                <a:solidFill>
                  <a:srgbClr val="16844A"/>
                </a:solidFill>
              </a:rPr>
              <a:t>READ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BCFDB-B216-4499-83CD-92061DEB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F17E6A8-FB5D-4ACF-857E-336FC5A6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537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E7F3F8"/>
                </a:solidFill>
              </a:defRPr>
            </a:defPPr>
            <a:lvl1pPr algn="l">
              <a:defRPr sz="1275" b="0" i="0">
                <a:solidFill>
                  <a:srgbClr val="E7F3F8"/>
                </a:solidFill>
              </a:defRPr>
            </a:lvl1pPr>
            <a:lvl2pPr algn="l">
              <a:defRPr sz="1275" b="0" i="0">
                <a:solidFill>
                  <a:srgbClr val="E7F3F8"/>
                </a:solidFill>
              </a:defRPr>
            </a:lvl2pPr>
            <a:lvl3pPr algn="l">
              <a:defRPr sz="1275" b="0" i="0">
                <a:solidFill>
                  <a:srgbClr val="E7F3F8"/>
                </a:solidFill>
              </a:defRPr>
            </a:lvl3pPr>
            <a:lvl4pPr algn="l">
              <a:defRPr sz="1275" b="0" i="0">
                <a:solidFill>
                  <a:srgbClr val="E7F3F8"/>
                </a:solidFill>
              </a:defRPr>
            </a:lvl4pPr>
            <a:lvl5pPr algn="l">
              <a:defRPr sz="1275" b="0" i="0">
                <a:solidFill>
                  <a:srgbClr val="E7F3F8"/>
                </a:solidFill>
              </a:defRPr>
            </a:lvl5pPr>
            <a:lvl6pPr algn="l">
              <a:defRPr sz="1275" b="0" i="0">
                <a:solidFill>
                  <a:srgbClr val="E7F3F8"/>
                </a:solidFill>
              </a:defRPr>
            </a:lvl6pPr>
            <a:lvl7pPr algn="l">
              <a:defRPr sz="1275" b="0" i="0">
                <a:solidFill>
                  <a:srgbClr val="E7F3F8"/>
                </a:solidFill>
              </a:defRPr>
            </a:lvl7pPr>
            <a:lvl8pPr algn="l">
              <a:defRPr sz="1275" b="0" i="0">
                <a:solidFill>
                  <a:srgbClr val="E7F3F8"/>
                </a:solidFill>
              </a:defRPr>
            </a:lvl8pPr>
            <a:lvl9pPr algn="l">
              <a:defRPr sz="1275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python3 deploy/setup_production.py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97617-244B-41F8-87D5-7B07F4ED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If you do not provide flags, the script asks: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8E447-4BBB-46A2-B54F-2FA9040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526579"/>
                </a:solidFill>
              </a:defRPr>
            </a:defPPr>
            <a:lvl1pPr algn="l">
              <a:defRPr sz="1350" b="0" i="0">
                <a:solidFill>
                  <a:srgbClr val="526579"/>
                </a:solidFill>
              </a:defRPr>
            </a:lvl1pPr>
            <a:lvl2pPr algn="l">
              <a:defRPr sz="1350" b="0" i="0">
                <a:solidFill>
                  <a:srgbClr val="526579"/>
                </a:solidFill>
              </a:defRPr>
            </a:lvl2pPr>
            <a:lvl3pPr algn="l">
              <a:defRPr sz="1350" b="0" i="0">
                <a:solidFill>
                  <a:srgbClr val="526579"/>
                </a:solidFill>
              </a:defRPr>
            </a:lvl3pPr>
            <a:lvl4pPr algn="l">
              <a:defRPr sz="1350" b="0" i="0">
                <a:solidFill>
                  <a:srgbClr val="526579"/>
                </a:solidFill>
              </a:defRPr>
            </a:lvl4pPr>
            <a:lvl5pPr algn="l">
              <a:defRPr sz="1350" b="0" i="0">
                <a:solidFill>
                  <a:srgbClr val="526579"/>
                </a:solidFill>
              </a:defRPr>
            </a:lvl5pPr>
            <a:lvl6pPr algn="l">
              <a:defRPr sz="1350" b="0" i="0">
                <a:solidFill>
                  <a:srgbClr val="526579"/>
                </a:solidFill>
              </a:defRPr>
            </a:lvl6pPr>
            <a:lvl7pPr algn="l">
              <a:defRPr sz="1350" b="0" i="0">
                <a:solidFill>
                  <a:srgbClr val="526579"/>
                </a:solidFill>
              </a:defRPr>
            </a:lvl7pPr>
            <a:lvl8pPr algn="l">
              <a:defRPr sz="1350" b="0" i="0">
                <a:solidFill>
                  <a:srgbClr val="526579"/>
                </a:solidFill>
              </a:defRPr>
            </a:lvl8pPr>
            <a:lvl9pPr algn="l">
              <a:defRPr sz="1350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Production hostname:</a:t>
            </a:r>
          </a:p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HTTPS certificate contact email: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E6721-9D0F-4802-9B12-CF2D3B74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Example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A1243-5694-48BF-BC57-A1058E57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000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">
            <a:extLst xmlns:a="http://schemas.openxmlformats.org/drawingml/2006/main">
              <a:ext uri="{FF2B5EF4-FFF2-40B4-BE49-F238E27FC236}">
                <a16:creationId xmlns:a16="http://schemas.microsoft.com/office/drawing/2014/main" id="{ECB276F8-16BF-4887-B82D-DCB7D8EA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E7F3F8"/>
                </a:solidFill>
              </a:defRPr>
            </a:defPPr>
            <a:lvl1pPr algn="l">
              <a:defRPr sz="1275" b="0" i="0">
                <a:solidFill>
                  <a:srgbClr val="E7F3F8"/>
                </a:solidFill>
              </a:defRPr>
            </a:lvl1pPr>
            <a:lvl2pPr algn="l">
              <a:defRPr sz="1275" b="0" i="0">
                <a:solidFill>
                  <a:srgbClr val="E7F3F8"/>
                </a:solidFill>
              </a:defRPr>
            </a:lvl2pPr>
            <a:lvl3pPr algn="l">
              <a:defRPr sz="1275" b="0" i="0">
                <a:solidFill>
                  <a:srgbClr val="E7F3F8"/>
                </a:solidFill>
              </a:defRPr>
            </a:lvl3pPr>
            <a:lvl4pPr algn="l">
              <a:defRPr sz="1275" b="0" i="0">
                <a:solidFill>
                  <a:srgbClr val="E7F3F8"/>
                </a:solidFill>
              </a:defRPr>
            </a:lvl4pPr>
            <a:lvl5pPr algn="l">
              <a:defRPr sz="1275" b="0" i="0">
                <a:solidFill>
                  <a:srgbClr val="E7F3F8"/>
                </a:solidFill>
              </a:defRPr>
            </a:lvl5pPr>
            <a:lvl6pPr algn="l">
              <a:defRPr sz="1275" b="0" i="0">
                <a:solidFill>
                  <a:srgbClr val="E7F3F8"/>
                </a:solidFill>
              </a:defRPr>
            </a:lvl6pPr>
            <a:lvl7pPr algn="l">
              <a:defRPr sz="1275" b="0" i="0">
                <a:solidFill>
                  <a:srgbClr val="E7F3F8"/>
                </a:solidFill>
              </a:defRPr>
            </a:lvl7pPr>
            <a:lvl8pPr algn="l">
              <a:defRPr sz="1275" b="0" i="0">
                <a:solidFill>
                  <a:srgbClr val="E7F3F8"/>
                </a:solidFill>
              </a:defRPr>
            </a:lvl8pPr>
            <a:lvl9pPr algn="l">
              <a:defRPr sz="1275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cases.enfoldindia.org</a:t>
            </a:r>
          </a:p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ops@example.com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B2EC7-EEA5-486D-B7E4-AFBB875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F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7BD82-ADD8-4466-87E3-05F61374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 i="0">
                <a:solidFill>
                  <a:srgbClr val="0B1F33"/>
                </a:solidFill>
              </a:defRPr>
            </a:defPPr>
            <a:lvl1pPr algn="ctr">
              <a:defRPr sz="1275" b="1" i="0">
                <a:solidFill>
                  <a:srgbClr val="0B1F33"/>
                </a:solidFill>
              </a:defRPr>
            </a:lvl1pPr>
            <a:lvl2pPr algn="ctr">
              <a:defRPr sz="1275" b="1" i="0">
                <a:solidFill>
                  <a:srgbClr val="0B1F33"/>
                </a:solidFill>
              </a:defRPr>
            </a:lvl2pPr>
            <a:lvl3pPr algn="ctr">
              <a:defRPr sz="1275" b="1" i="0">
                <a:solidFill>
                  <a:srgbClr val="0B1F33"/>
                </a:solidFill>
              </a:defRPr>
            </a:lvl3pPr>
            <a:lvl4pPr algn="ctr">
              <a:defRPr sz="1275" b="1" i="0">
                <a:solidFill>
                  <a:srgbClr val="0B1F33"/>
                </a:solidFill>
              </a:defRPr>
            </a:lvl4pPr>
            <a:lvl5pPr algn="ctr">
              <a:defRPr sz="1275" b="1" i="0">
                <a:solidFill>
                  <a:srgbClr val="0B1F33"/>
                </a:solidFill>
              </a:defRPr>
            </a:lvl5pPr>
            <a:lvl6pPr algn="ctr">
              <a:defRPr sz="1275" b="1" i="0">
                <a:solidFill>
                  <a:srgbClr val="0B1F33"/>
                </a:solidFill>
              </a:defRPr>
            </a:lvl6pPr>
            <a:lvl7pPr algn="ctr">
              <a:defRPr sz="1275" b="1" i="0">
                <a:solidFill>
                  <a:srgbClr val="0B1F33"/>
                </a:solidFill>
              </a:defRPr>
            </a:lvl7pPr>
            <a:lvl8pPr algn="ctr">
              <a:defRPr sz="1275" b="1" i="0">
                <a:solidFill>
                  <a:srgbClr val="0B1F33"/>
                </a:solidFill>
              </a:defRPr>
            </a:lvl8pPr>
            <a:lvl9pPr algn="ctr">
              <a:defRPr sz="1275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0B1F33"/>
                </a:solidFill>
              </a:defRPr>
            </a:pPr>
            <a:r>
              <a:rPr sz="1275" b="1" i="0">
                <a:solidFill>
                  <a:srgbClr val="0B1F33"/>
                </a:solidFill>
              </a:rPr>
              <a:t>The plan prints the AWS account, Mumbai region, EC2 size, encrypted storage, fresh database and monthly scraper OFF. It does not create anything.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D4143-B257-442E-BCD2-68F654D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4BD8B-7ACA-4C52-9AAC-5952F017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526579"/>
                </a:solidFill>
              </a:defRPr>
            </a:defPPr>
            <a:lvl1pPr algn="l">
              <a:defRPr sz="825" b="1" i="0">
                <a:solidFill>
                  <a:srgbClr val="526579"/>
                </a:solidFill>
              </a:defRPr>
            </a:lvl1pPr>
            <a:lvl2pPr algn="l">
              <a:defRPr sz="825" b="1" i="0">
                <a:solidFill>
                  <a:srgbClr val="526579"/>
                </a:solidFill>
              </a:defRPr>
            </a:lvl2pPr>
            <a:lvl3pPr algn="l">
              <a:defRPr sz="825" b="1" i="0">
                <a:solidFill>
                  <a:srgbClr val="526579"/>
                </a:solidFill>
              </a:defRPr>
            </a:lvl3pPr>
            <a:lvl4pPr algn="l">
              <a:defRPr sz="825" b="1" i="0">
                <a:solidFill>
                  <a:srgbClr val="526579"/>
                </a:solidFill>
              </a:defRPr>
            </a:lvl4pPr>
            <a:lvl5pPr algn="l">
              <a:defRPr sz="825" b="1" i="0">
                <a:solidFill>
                  <a:srgbClr val="526579"/>
                </a:solidFill>
              </a:defRPr>
            </a:lvl5pPr>
            <a:lvl6pPr algn="l">
              <a:defRPr sz="825" b="1" i="0">
                <a:solidFill>
                  <a:srgbClr val="526579"/>
                </a:solidFill>
              </a:defRPr>
            </a:lvl6pPr>
            <a:lvl7pPr algn="l">
              <a:defRPr sz="825" b="1" i="0">
                <a:solidFill>
                  <a:srgbClr val="526579"/>
                </a:solidFill>
              </a:defRPr>
            </a:lvl7pPr>
            <a:lvl8pPr algn="l">
              <a:defRPr sz="825" b="1" i="0">
                <a:solidFill>
                  <a:srgbClr val="526579"/>
                </a:solidFill>
              </a:defRPr>
            </a:lvl8pPr>
            <a:lvl9pPr algn="l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FFG Production Setup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92C22-563A-44D4-A7F5-15715DEF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526579"/>
                </a:solidFill>
              </a:defRPr>
            </a:defPPr>
            <a:lvl1pPr algn="r">
              <a:defRPr sz="825" b="1" i="0">
                <a:solidFill>
                  <a:srgbClr val="526579"/>
                </a:solidFill>
              </a:defRPr>
            </a:lvl1pPr>
            <a:lvl2pPr algn="r">
              <a:defRPr sz="825" b="1" i="0">
                <a:solidFill>
                  <a:srgbClr val="526579"/>
                </a:solidFill>
              </a:defRPr>
            </a:lvl2pPr>
            <a:lvl3pPr algn="r">
              <a:defRPr sz="825" b="1" i="0">
                <a:solidFill>
                  <a:srgbClr val="526579"/>
                </a:solidFill>
              </a:defRPr>
            </a:lvl3pPr>
            <a:lvl4pPr algn="r">
              <a:defRPr sz="825" b="1" i="0">
                <a:solidFill>
                  <a:srgbClr val="526579"/>
                </a:solidFill>
              </a:defRPr>
            </a:lvl4pPr>
            <a:lvl5pPr algn="r">
              <a:defRPr sz="825" b="1" i="0">
                <a:solidFill>
                  <a:srgbClr val="526579"/>
                </a:solidFill>
              </a:defRPr>
            </a:lvl5pPr>
            <a:lvl6pPr algn="r">
              <a:defRPr sz="825" b="1" i="0">
                <a:solidFill>
                  <a:srgbClr val="526579"/>
                </a:solidFill>
              </a:defRPr>
            </a:lvl6pPr>
            <a:lvl7pPr algn="r">
              <a:defRPr sz="825" b="1" i="0">
                <a:solidFill>
                  <a:srgbClr val="526579"/>
                </a:solidFill>
              </a:defRPr>
            </a:lvl7pPr>
            <a:lvl8pPr algn="r">
              <a:defRPr sz="825" b="1" i="0">
                <a:solidFill>
                  <a:srgbClr val="526579"/>
                </a:solidFill>
              </a:defRPr>
            </a:lvl8pPr>
            <a:lvl9pPr algn="r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3733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44B23-A750-41FD-9614-67C18DA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0EA5A4"/>
                </a:solidFill>
              </a:defRPr>
            </a:defPPr>
            <a:lvl1pPr algn="l">
              <a:defRPr sz="900" b="1" i="0">
                <a:solidFill>
                  <a:srgbClr val="0EA5A4"/>
                </a:solidFill>
              </a:defRPr>
            </a:lvl1pPr>
            <a:lvl2pPr algn="l">
              <a:defRPr sz="900" b="1" i="0">
                <a:solidFill>
                  <a:srgbClr val="0EA5A4"/>
                </a:solidFill>
              </a:defRPr>
            </a:lvl2pPr>
            <a:lvl3pPr algn="l">
              <a:defRPr sz="900" b="1" i="0">
                <a:solidFill>
                  <a:srgbClr val="0EA5A4"/>
                </a:solidFill>
              </a:defRPr>
            </a:lvl3pPr>
            <a:lvl4pPr algn="l">
              <a:defRPr sz="900" b="1" i="0">
                <a:solidFill>
                  <a:srgbClr val="0EA5A4"/>
                </a:solidFill>
              </a:defRPr>
            </a:lvl4pPr>
            <a:lvl5pPr algn="l">
              <a:defRPr sz="900" b="1" i="0">
                <a:solidFill>
                  <a:srgbClr val="0EA5A4"/>
                </a:solidFill>
              </a:defRPr>
            </a:lvl5pPr>
            <a:lvl6pPr algn="l">
              <a:defRPr sz="900" b="1" i="0">
                <a:solidFill>
                  <a:srgbClr val="0EA5A4"/>
                </a:solidFill>
              </a:defRPr>
            </a:lvl6pPr>
            <a:lvl7pPr algn="l">
              <a:defRPr sz="900" b="1" i="0">
                <a:solidFill>
                  <a:srgbClr val="0EA5A4"/>
                </a:solidFill>
              </a:defRPr>
            </a:lvl7pPr>
            <a:lvl8pPr algn="l">
              <a:defRPr sz="900" b="1" i="0">
                <a:solidFill>
                  <a:srgbClr val="0EA5A4"/>
                </a:solidFill>
              </a:defRPr>
            </a:lvl8pPr>
            <a:lvl9pPr algn="l">
              <a:defRPr sz="9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0EA5A4"/>
                </a:solidFill>
              </a:defRPr>
            </a:pPr>
            <a:r>
              <a:rPr sz="900" b="1" i="0">
                <a:solidFill>
                  <a:srgbClr val="0EA5A4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82AC1-E20E-41C2-AAC0-67EAC6F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0B1F33"/>
                </a:solidFill>
              </a:defRPr>
            </a:defPPr>
            <a:lvl1pPr algn="l">
              <a:defRPr sz="2550" b="1" i="0">
                <a:solidFill>
                  <a:srgbClr val="0B1F33"/>
                </a:solidFill>
              </a:defRPr>
            </a:lvl1pPr>
            <a:lvl2pPr algn="l">
              <a:defRPr sz="2550" b="1" i="0">
                <a:solidFill>
                  <a:srgbClr val="0B1F33"/>
                </a:solidFill>
              </a:defRPr>
            </a:lvl2pPr>
            <a:lvl3pPr algn="l">
              <a:defRPr sz="2550" b="1" i="0">
                <a:solidFill>
                  <a:srgbClr val="0B1F33"/>
                </a:solidFill>
              </a:defRPr>
            </a:lvl3pPr>
            <a:lvl4pPr algn="l">
              <a:defRPr sz="2550" b="1" i="0">
                <a:solidFill>
                  <a:srgbClr val="0B1F33"/>
                </a:solidFill>
              </a:defRPr>
            </a:lvl4pPr>
            <a:lvl5pPr algn="l">
              <a:defRPr sz="2550" b="1" i="0">
                <a:solidFill>
                  <a:srgbClr val="0B1F33"/>
                </a:solidFill>
              </a:defRPr>
            </a:lvl5pPr>
            <a:lvl6pPr algn="l">
              <a:defRPr sz="2550" b="1" i="0">
                <a:solidFill>
                  <a:srgbClr val="0B1F33"/>
                </a:solidFill>
              </a:defRPr>
            </a:lvl6pPr>
            <a:lvl7pPr algn="l">
              <a:defRPr sz="2550" b="1" i="0">
                <a:solidFill>
                  <a:srgbClr val="0B1F33"/>
                </a:solidFill>
              </a:defRPr>
            </a:lvl7pPr>
            <a:lvl8pPr algn="l">
              <a:defRPr sz="2550" b="1" i="0">
                <a:solidFill>
                  <a:srgbClr val="0B1F33"/>
                </a:solidFill>
              </a:defRPr>
            </a:lvl8pPr>
            <a:lvl9pPr algn="l">
              <a:defRPr sz="255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F33"/>
                </a:solidFill>
              </a:defRPr>
            </a:pPr>
            <a:r>
              <a:rPr sz="2550" b="1" i="0">
                <a:solidFill>
                  <a:srgbClr val="0B1F33"/>
                </a:solidFill>
              </a:rPr>
              <a:t>Mode 2 · Provision Production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3DA2A-1408-4306-B862-5F1A479A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This mode creates the reviewed AWS and GitHub foundation. It does not deploy the application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EE2BB-4161-4A51-A161-D86AC3E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8000FD54-9C68-4E1A-AAE5-EADFA229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24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E7F3F8"/>
                </a:solidFill>
              </a:defRPr>
            </a:defPPr>
            <a:lvl1pPr algn="l">
              <a:defRPr sz="1200" b="0" i="0">
                <a:solidFill>
                  <a:srgbClr val="E7F3F8"/>
                </a:solidFill>
              </a:defRPr>
            </a:lvl1pPr>
            <a:lvl2pPr algn="l">
              <a:defRPr sz="1200" b="0" i="0">
                <a:solidFill>
                  <a:srgbClr val="E7F3F8"/>
                </a:solidFill>
              </a:defRPr>
            </a:lvl2pPr>
            <a:lvl3pPr algn="l">
              <a:defRPr sz="1200" b="0" i="0">
                <a:solidFill>
                  <a:srgbClr val="E7F3F8"/>
                </a:solidFill>
              </a:defRPr>
            </a:lvl3pPr>
            <a:lvl4pPr algn="l">
              <a:defRPr sz="1200" b="0" i="0">
                <a:solidFill>
                  <a:srgbClr val="E7F3F8"/>
                </a:solidFill>
              </a:defRPr>
            </a:lvl4pPr>
            <a:lvl5pPr algn="l">
              <a:defRPr sz="1200" b="0" i="0">
                <a:solidFill>
                  <a:srgbClr val="E7F3F8"/>
                </a:solidFill>
              </a:defRPr>
            </a:lvl5pPr>
            <a:lvl6pPr algn="l">
              <a:defRPr sz="1200" b="0" i="0">
                <a:solidFill>
                  <a:srgbClr val="E7F3F8"/>
                </a:solidFill>
              </a:defRPr>
            </a:lvl6pPr>
            <a:lvl7pPr algn="l">
              <a:defRPr sz="1200" b="0" i="0">
                <a:solidFill>
                  <a:srgbClr val="E7F3F8"/>
                </a:solidFill>
              </a:defRPr>
            </a:lvl7pPr>
            <a:lvl8pPr algn="l">
              <a:defRPr sz="1200" b="0" i="0">
                <a:solidFill>
                  <a:srgbClr val="E7F3F8"/>
                </a:solidFill>
              </a:defRPr>
            </a:lvl8pPr>
            <a:lvl9pPr algn="l">
              <a:defRPr sz="120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python3 deploy/setup_production.py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--apply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--domain cases.enfoldindia.org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--email ops@example.com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--reviewer github-reviewer-username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7AFDC-E257-4652-87FB-23E51402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The command asks for or checks: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3441-45EA-4C3C-BA13-BF99C6D1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• AWS account and permissions</a:t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• GitHub repository administrator access</a:t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• GitHub Production reviewer</a:t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• AWS account plan</a:t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• Existing GitHub OIDC provider</a:t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• DNS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34DA3-EE7B-40D6-99C2-CCE25DB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9F32E-E9D1-469B-8A07-B0D3B44D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Approval prompts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B55A1-FDD2-4A9E-8FBB-76FE18B8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6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1. Configure the GitHub Production approval gate and prepare a new server?</a:t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2. Create these billable Production resources, including IAM and public TCP 80/443?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Type YES at each prompt to continue.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ACF42-FD8D-4C00-9FA7-F801F9A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F32F1-0FCE-401E-B173-D151C57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526579"/>
                </a:solidFill>
              </a:defRPr>
            </a:defPPr>
            <a:lvl1pPr algn="l">
              <a:defRPr sz="825" b="1" i="0">
                <a:solidFill>
                  <a:srgbClr val="526579"/>
                </a:solidFill>
              </a:defRPr>
            </a:lvl1pPr>
            <a:lvl2pPr algn="l">
              <a:defRPr sz="825" b="1" i="0">
                <a:solidFill>
                  <a:srgbClr val="526579"/>
                </a:solidFill>
              </a:defRPr>
            </a:lvl2pPr>
            <a:lvl3pPr algn="l">
              <a:defRPr sz="825" b="1" i="0">
                <a:solidFill>
                  <a:srgbClr val="526579"/>
                </a:solidFill>
              </a:defRPr>
            </a:lvl3pPr>
            <a:lvl4pPr algn="l">
              <a:defRPr sz="825" b="1" i="0">
                <a:solidFill>
                  <a:srgbClr val="526579"/>
                </a:solidFill>
              </a:defRPr>
            </a:lvl4pPr>
            <a:lvl5pPr algn="l">
              <a:defRPr sz="825" b="1" i="0">
                <a:solidFill>
                  <a:srgbClr val="526579"/>
                </a:solidFill>
              </a:defRPr>
            </a:lvl5pPr>
            <a:lvl6pPr algn="l">
              <a:defRPr sz="825" b="1" i="0">
                <a:solidFill>
                  <a:srgbClr val="526579"/>
                </a:solidFill>
              </a:defRPr>
            </a:lvl6pPr>
            <a:lvl7pPr algn="l">
              <a:defRPr sz="825" b="1" i="0">
                <a:solidFill>
                  <a:srgbClr val="526579"/>
                </a:solidFill>
              </a:defRPr>
            </a:lvl7pPr>
            <a:lvl8pPr algn="l">
              <a:defRPr sz="825" b="1" i="0">
                <a:solidFill>
                  <a:srgbClr val="526579"/>
                </a:solidFill>
              </a:defRPr>
            </a:lvl8pPr>
            <a:lvl9pPr algn="l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FFG Production Setup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6C56F-2D1D-4A3F-BCB0-EC30866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526579"/>
                </a:solidFill>
              </a:defRPr>
            </a:defPPr>
            <a:lvl1pPr algn="r">
              <a:defRPr sz="825" b="1" i="0">
                <a:solidFill>
                  <a:srgbClr val="526579"/>
                </a:solidFill>
              </a:defRPr>
            </a:lvl1pPr>
            <a:lvl2pPr algn="r">
              <a:defRPr sz="825" b="1" i="0">
                <a:solidFill>
                  <a:srgbClr val="526579"/>
                </a:solidFill>
              </a:defRPr>
            </a:lvl2pPr>
            <a:lvl3pPr algn="r">
              <a:defRPr sz="825" b="1" i="0">
                <a:solidFill>
                  <a:srgbClr val="526579"/>
                </a:solidFill>
              </a:defRPr>
            </a:lvl3pPr>
            <a:lvl4pPr algn="r">
              <a:defRPr sz="825" b="1" i="0">
                <a:solidFill>
                  <a:srgbClr val="526579"/>
                </a:solidFill>
              </a:defRPr>
            </a:lvl4pPr>
            <a:lvl5pPr algn="r">
              <a:defRPr sz="825" b="1" i="0">
                <a:solidFill>
                  <a:srgbClr val="526579"/>
                </a:solidFill>
              </a:defRPr>
            </a:lvl5pPr>
            <a:lvl6pPr algn="r">
              <a:defRPr sz="825" b="1" i="0">
                <a:solidFill>
                  <a:srgbClr val="526579"/>
                </a:solidFill>
              </a:defRPr>
            </a:lvl6pPr>
            <a:lvl7pPr algn="r">
              <a:defRPr sz="825" b="1" i="0">
                <a:solidFill>
                  <a:srgbClr val="526579"/>
                </a:solidFill>
              </a:defRPr>
            </a:lvl7pPr>
            <a:lvl8pPr algn="r">
              <a:defRPr sz="825" b="1" i="0">
                <a:solidFill>
                  <a:srgbClr val="526579"/>
                </a:solidFill>
              </a:defRPr>
            </a:lvl8pPr>
            <a:lvl9pPr algn="r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6405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4659F-CB60-4A7E-81A9-05B55C64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F59E0B"/>
                </a:solidFill>
              </a:defRPr>
            </a:defPPr>
            <a:lvl1pPr algn="l">
              <a:defRPr sz="900" b="1" i="0">
                <a:solidFill>
                  <a:srgbClr val="F59E0B"/>
                </a:solidFill>
              </a:defRPr>
            </a:lvl1pPr>
            <a:lvl2pPr algn="l">
              <a:defRPr sz="900" b="1" i="0">
                <a:solidFill>
                  <a:srgbClr val="F59E0B"/>
                </a:solidFill>
              </a:defRPr>
            </a:lvl2pPr>
            <a:lvl3pPr algn="l">
              <a:defRPr sz="900" b="1" i="0">
                <a:solidFill>
                  <a:srgbClr val="F59E0B"/>
                </a:solidFill>
              </a:defRPr>
            </a:lvl3pPr>
            <a:lvl4pPr algn="l">
              <a:defRPr sz="900" b="1" i="0">
                <a:solidFill>
                  <a:srgbClr val="F59E0B"/>
                </a:solidFill>
              </a:defRPr>
            </a:lvl4pPr>
            <a:lvl5pPr algn="l">
              <a:defRPr sz="900" b="1" i="0">
                <a:solidFill>
                  <a:srgbClr val="F59E0B"/>
                </a:solidFill>
              </a:defRPr>
            </a:lvl5pPr>
            <a:lvl6pPr algn="l">
              <a:defRPr sz="900" b="1" i="0">
                <a:solidFill>
                  <a:srgbClr val="F59E0B"/>
                </a:solidFill>
              </a:defRPr>
            </a:lvl6pPr>
            <a:lvl7pPr algn="l">
              <a:defRPr sz="900" b="1" i="0">
                <a:solidFill>
                  <a:srgbClr val="F59E0B"/>
                </a:solidFill>
              </a:defRPr>
            </a:lvl7pPr>
            <a:lvl8pPr algn="l">
              <a:defRPr sz="900" b="1" i="0">
                <a:solidFill>
                  <a:srgbClr val="F59E0B"/>
                </a:solidFill>
              </a:defRPr>
            </a:lvl8pPr>
            <a:lvl9pPr algn="l">
              <a:defRPr sz="9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4CA34-31BF-446A-A4B5-9C294F8E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defRPr sz="2550" b="1" i="0">
                <a:solidFill>
                  <a:srgbClr val="FFFFFF"/>
                </a:solidFill>
              </a:defRPr>
            </a:lvl1pPr>
            <a:lvl2pPr algn="l">
              <a:defRPr sz="2550" b="1" i="0">
                <a:solidFill>
                  <a:srgbClr val="FFFFFF"/>
                </a:solidFill>
              </a:defRPr>
            </a:lvl2pPr>
            <a:lvl3pPr algn="l">
              <a:defRPr sz="2550" b="1" i="0">
                <a:solidFill>
                  <a:srgbClr val="FFFFFF"/>
                </a:solidFill>
              </a:defRPr>
            </a:lvl3pPr>
            <a:lvl4pPr algn="l">
              <a:defRPr sz="2550" b="1" i="0">
                <a:solidFill>
                  <a:srgbClr val="FFFFFF"/>
                </a:solidFill>
              </a:defRPr>
            </a:lvl4pPr>
            <a:lvl5pPr algn="l">
              <a:defRPr sz="2550" b="1" i="0">
                <a:solidFill>
                  <a:srgbClr val="FFFFFF"/>
                </a:solidFill>
              </a:defRPr>
            </a:lvl5pPr>
            <a:lvl6pPr algn="l">
              <a:defRPr sz="2550" b="1" i="0">
                <a:solidFill>
                  <a:srgbClr val="FFFFFF"/>
                </a:solidFill>
              </a:defRPr>
            </a:lvl6pPr>
            <a:lvl7pPr algn="l">
              <a:defRPr sz="2550" b="1" i="0">
                <a:solidFill>
                  <a:srgbClr val="FFFFFF"/>
                </a:solidFill>
              </a:defRPr>
            </a:lvl7pPr>
            <a:lvl8pPr algn="l">
              <a:defRPr sz="2550" b="1" i="0">
                <a:solidFill>
                  <a:srgbClr val="FFFFFF"/>
                </a:solidFill>
              </a:defRPr>
            </a:lvl8pPr>
            <a:lvl9pPr algn="l"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What --apply creates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D282B-11B2-448E-95CB-C43F065B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B8CBD9"/>
                </a:solidFill>
              </a:defRPr>
            </a:defPPr>
            <a:lvl1pPr algn="l">
              <a:defRPr sz="1275" b="0" i="0">
                <a:solidFill>
                  <a:srgbClr val="B8CBD9"/>
                </a:solidFill>
              </a:defRPr>
            </a:lvl1pPr>
            <a:lvl2pPr algn="l">
              <a:defRPr sz="1275" b="0" i="0">
                <a:solidFill>
                  <a:srgbClr val="B8CBD9"/>
                </a:solidFill>
              </a:defRPr>
            </a:lvl2pPr>
            <a:lvl3pPr algn="l">
              <a:defRPr sz="1275" b="0" i="0">
                <a:solidFill>
                  <a:srgbClr val="B8CBD9"/>
                </a:solidFill>
              </a:defRPr>
            </a:lvl3pPr>
            <a:lvl4pPr algn="l">
              <a:defRPr sz="1275" b="0" i="0">
                <a:solidFill>
                  <a:srgbClr val="B8CBD9"/>
                </a:solidFill>
              </a:defRPr>
            </a:lvl4pPr>
            <a:lvl5pPr algn="l">
              <a:defRPr sz="1275" b="0" i="0">
                <a:solidFill>
                  <a:srgbClr val="B8CBD9"/>
                </a:solidFill>
              </a:defRPr>
            </a:lvl5pPr>
            <a:lvl6pPr algn="l">
              <a:defRPr sz="1275" b="0" i="0">
                <a:solidFill>
                  <a:srgbClr val="B8CBD9"/>
                </a:solidFill>
              </a:defRPr>
            </a:lvl6pPr>
            <a:lvl7pPr algn="l">
              <a:defRPr sz="1275" b="0" i="0">
                <a:solidFill>
                  <a:srgbClr val="B8CBD9"/>
                </a:solidFill>
              </a:defRPr>
            </a:lvl7pPr>
            <a:lvl8pPr algn="l">
              <a:defRPr sz="1275" b="0" i="0">
                <a:solidFill>
                  <a:srgbClr val="B8CBD9"/>
                </a:solidFill>
              </a:defRPr>
            </a:lvl8pPr>
            <a:lvl9pPr algn="l">
              <a:defRPr sz="1275" b="0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B8CBD9"/>
                </a:solidFill>
              </a:defRPr>
            </a:pPr>
            <a:r>
              <a:rPr sz="1275" b="0" i="0">
                <a:solidFill>
                  <a:srgbClr val="B8CBD9"/>
                </a:solidFill>
              </a:rPr>
              <a:t>The script prepares a separate Production server and empty PostgreSQL runtime storage.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492D6-E704-4C10-94B7-D936E58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F41A5-9654-41A0-BEC6-0D7D77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384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 i="0">
                <a:solidFill>
                  <a:srgbClr val="F59E0B"/>
                </a:solidFill>
              </a:defRPr>
            </a:defPPr>
            <a:lvl1pPr algn="ctr">
              <a:defRPr sz="1575" b="1" i="0">
                <a:solidFill>
                  <a:srgbClr val="F59E0B"/>
                </a:solidFill>
              </a:defRPr>
            </a:lvl1pPr>
            <a:lvl2pPr algn="ctr">
              <a:defRPr sz="1575" b="1" i="0">
                <a:solidFill>
                  <a:srgbClr val="F59E0B"/>
                </a:solidFill>
              </a:defRPr>
            </a:lvl2pPr>
            <a:lvl3pPr algn="ctr">
              <a:defRPr sz="1575" b="1" i="0">
                <a:solidFill>
                  <a:srgbClr val="F59E0B"/>
                </a:solidFill>
              </a:defRPr>
            </a:lvl3pPr>
            <a:lvl4pPr algn="ctr">
              <a:defRPr sz="1575" b="1" i="0">
                <a:solidFill>
                  <a:srgbClr val="F59E0B"/>
                </a:solidFill>
              </a:defRPr>
            </a:lvl4pPr>
            <a:lvl5pPr algn="ctr">
              <a:defRPr sz="1575" b="1" i="0">
                <a:solidFill>
                  <a:srgbClr val="F59E0B"/>
                </a:solidFill>
              </a:defRPr>
            </a:lvl5pPr>
            <a:lvl6pPr algn="ctr">
              <a:defRPr sz="1575" b="1" i="0">
                <a:solidFill>
                  <a:srgbClr val="F59E0B"/>
                </a:solidFill>
              </a:defRPr>
            </a:lvl6pPr>
            <a:lvl7pPr algn="ctr">
              <a:defRPr sz="1575" b="1" i="0">
                <a:solidFill>
                  <a:srgbClr val="F59E0B"/>
                </a:solidFill>
              </a:defRPr>
            </a:lvl7pPr>
            <a:lvl8pPr algn="ctr">
              <a:defRPr sz="1575" b="1" i="0">
                <a:solidFill>
                  <a:srgbClr val="F59E0B"/>
                </a:solidFill>
              </a:defRPr>
            </a:lvl8pPr>
            <a:lvl9pPr algn="ctr">
              <a:defRPr sz="157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F59E0B"/>
                </a:solidFill>
              </a:defRPr>
            </a:pPr>
            <a:r>
              <a:rPr sz="1575" b="1" i="0">
                <a:solidFill>
                  <a:srgbClr val="F59E0B"/>
                </a:solidFill>
              </a:rPr>
              <a:t>AWS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4C8FF-DC59-4C68-9C70-32639821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6003D-8339-47AB-B82E-CBF50AF8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D2DFE8"/>
                </a:solidFill>
              </a:defRPr>
            </a:defPPr>
            <a:lvl1pPr algn="ctr">
              <a:defRPr sz="1200" b="0" i="0">
                <a:solidFill>
                  <a:srgbClr val="D2DFE8"/>
                </a:solidFill>
              </a:defRPr>
            </a:lvl1pPr>
            <a:lvl2pPr algn="ctr">
              <a:defRPr sz="1200" b="0" i="0">
                <a:solidFill>
                  <a:srgbClr val="D2DFE8"/>
                </a:solidFill>
              </a:defRPr>
            </a:lvl2pPr>
            <a:lvl3pPr algn="ctr">
              <a:defRPr sz="1200" b="0" i="0">
                <a:solidFill>
                  <a:srgbClr val="D2DFE8"/>
                </a:solidFill>
              </a:defRPr>
            </a:lvl3pPr>
            <a:lvl4pPr algn="ctr">
              <a:defRPr sz="1200" b="0" i="0">
                <a:solidFill>
                  <a:srgbClr val="D2DFE8"/>
                </a:solidFill>
              </a:defRPr>
            </a:lvl4pPr>
            <a:lvl5pPr algn="ctr">
              <a:defRPr sz="1200" b="0" i="0">
                <a:solidFill>
                  <a:srgbClr val="D2DFE8"/>
                </a:solidFill>
              </a:defRPr>
            </a:lvl5pPr>
            <a:lvl6pPr algn="ctr">
              <a:defRPr sz="1200" b="0" i="0">
                <a:solidFill>
                  <a:srgbClr val="D2DFE8"/>
                </a:solidFill>
              </a:defRPr>
            </a:lvl6pPr>
            <a:lvl7pPr algn="ctr">
              <a:defRPr sz="1200" b="0" i="0">
                <a:solidFill>
                  <a:srgbClr val="D2DFE8"/>
                </a:solidFill>
              </a:defRPr>
            </a:lvl7pPr>
            <a:lvl8pPr algn="ctr">
              <a:defRPr sz="1200" b="0" i="0">
                <a:solidFill>
                  <a:srgbClr val="D2DFE8"/>
                </a:solidFill>
              </a:defRPr>
            </a:lvl8pPr>
            <a:lvl9pPr algn="ctr">
              <a:defRPr sz="1200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CloudFormation stack</a:t>
            </a:r>
          </a:p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EC2 t3.medium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026B2-C318-4D87-8320-576175EC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79825-C0A3-4599-9788-819AC901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384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 i="0">
                <a:solidFill>
                  <a:srgbClr val="F59E0B"/>
                </a:solidFill>
              </a:defRPr>
            </a:defPPr>
            <a:lvl1pPr algn="ctr">
              <a:defRPr sz="1575" b="1" i="0">
                <a:solidFill>
                  <a:srgbClr val="F59E0B"/>
                </a:solidFill>
              </a:defRPr>
            </a:lvl1pPr>
            <a:lvl2pPr algn="ctr">
              <a:defRPr sz="1575" b="1" i="0">
                <a:solidFill>
                  <a:srgbClr val="F59E0B"/>
                </a:solidFill>
              </a:defRPr>
            </a:lvl2pPr>
            <a:lvl3pPr algn="ctr">
              <a:defRPr sz="1575" b="1" i="0">
                <a:solidFill>
                  <a:srgbClr val="F59E0B"/>
                </a:solidFill>
              </a:defRPr>
            </a:lvl3pPr>
            <a:lvl4pPr algn="ctr">
              <a:defRPr sz="1575" b="1" i="0">
                <a:solidFill>
                  <a:srgbClr val="F59E0B"/>
                </a:solidFill>
              </a:defRPr>
            </a:lvl4pPr>
            <a:lvl5pPr algn="ctr">
              <a:defRPr sz="1575" b="1" i="0">
                <a:solidFill>
                  <a:srgbClr val="F59E0B"/>
                </a:solidFill>
              </a:defRPr>
            </a:lvl5pPr>
            <a:lvl6pPr algn="ctr">
              <a:defRPr sz="1575" b="1" i="0">
                <a:solidFill>
                  <a:srgbClr val="F59E0B"/>
                </a:solidFill>
              </a:defRPr>
            </a:lvl6pPr>
            <a:lvl7pPr algn="ctr">
              <a:defRPr sz="1575" b="1" i="0">
                <a:solidFill>
                  <a:srgbClr val="F59E0B"/>
                </a:solidFill>
              </a:defRPr>
            </a:lvl7pPr>
            <a:lvl8pPr algn="ctr">
              <a:defRPr sz="1575" b="1" i="0">
                <a:solidFill>
                  <a:srgbClr val="F59E0B"/>
                </a:solidFill>
              </a:defRPr>
            </a:lvl8pPr>
            <a:lvl9pPr algn="ctr">
              <a:defRPr sz="157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F59E0B"/>
                </a:solidFill>
              </a:defRPr>
            </a:pPr>
            <a:r>
              <a:rPr sz="1575" b="1" i="0">
                <a:solidFill>
                  <a:srgbClr val="F59E0B"/>
                </a:solidFill>
              </a:rPr>
              <a:t>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416C7-D932-4E49-9C0E-4773DB14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C5F03-A446-45A2-BB73-6715EFEB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670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D2DFE8"/>
                </a:solidFill>
              </a:defRPr>
            </a:defPPr>
            <a:lvl1pPr algn="ctr">
              <a:defRPr sz="1200" b="0" i="0">
                <a:solidFill>
                  <a:srgbClr val="D2DFE8"/>
                </a:solidFill>
              </a:defRPr>
            </a:lvl1pPr>
            <a:lvl2pPr algn="ctr">
              <a:defRPr sz="1200" b="0" i="0">
                <a:solidFill>
                  <a:srgbClr val="D2DFE8"/>
                </a:solidFill>
              </a:defRPr>
            </a:lvl2pPr>
            <a:lvl3pPr algn="ctr">
              <a:defRPr sz="1200" b="0" i="0">
                <a:solidFill>
                  <a:srgbClr val="D2DFE8"/>
                </a:solidFill>
              </a:defRPr>
            </a:lvl3pPr>
            <a:lvl4pPr algn="ctr">
              <a:defRPr sz="1200" b="0" i="0">
                <a:solidFill>
                  <a:srgbClr val="D2DFE8"/>
                </a:solidFill>
              </a:defRPr>
            </a:lvl4pPr>
            <a:lvl5pPr algn="ctr">
              <a:defRPr sz="1200" b="0" i="0">
                <a:solidFill>
                  <a:srgbClr val="D2DFE8"/>
                </a:solidFill>
              </a:defRPr>
            </a:lvl5pPr>
            <a:lvl6pPr algn="ctr">
              <a:defRPr sz="1200" b="0" i="0">
                <a:solidFill>
                  <a:srgbClr val="D2DFE8"/>
                </a:solidFill>
              </a:defRPr>
            </a:lvl6pPr>
            <a:lvl7pPr algn="ctr">
              <a:defRPr sz="1200" b="0" i="0">
                <a:solidFill>
                  <a:srgbClr val="D2DFE8"/>
                </a:solidFill>
              </a:defRPr>
            </a:lvl7pPr>
            <a:lvl8pPr algn="ctr">
              <a:defRPr sz="1200" b="0" i="0">
                <a:solidFill>
                  <a:srgbClr val="D2DFE8"/>
                </a:solidFill>
              </a:defRPr>
            </a:lvl8pPr>
            <a:lvl9pPr algn="ctr">
              <a:defRPr sz="1200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30 GiB encrypted</a:t>
            </a:r>
          </a:p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gp3 EBS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25BA4-0629-4FA1-B154-4CD2934F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9075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6E934-6CA3-4968-A60D-55974B0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84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 i="0">
                <a:solidFill>
                  <a:srgbClr val="F59E0B"/>
                </a:solidFill>
              </a:defRPr>
            </a:defPPr>
            <a:lvl1pPr algn="ctr">
              <a:defRPr sz="1575" b="1" i="0">
                <a:solidFill>
                  <a:srgbClr val="F59E0B"/>
                </a:solidFill>
              </a:defRPr>
            </a:lvl1pPr>
            <a:lvl2pPr algn="ctr">
              <a:defRPr sz="1575" b="1" i="0">
                <a:solidFill>
                  <a:srgbClr val="F59E0B"/>
                </a:solidFill>
              </a:defRPr>
            </a:lvl2pPr>
            <a:lvl3pPr algn="ctr">
              <a:defRPr sz="1575" b="1" i="0">
                <a:solidFill>
                  <a:srgbClr val="F59E0B"/>
                </a:solidFill>
              </a:defRPr>
            </a:lvl3pPr>
            <a:lvl4pPr algn="ctr">
              <a:defRPr sz="1575" b="1" i="0">
                <a:solidFill>
                  <a:srgbClr val="F59E0B"/>
                </a:solidFill>
              </a:defRPr>
            </a:lvl4pPr>
            <a:lvl5pPr algn="ctr">
              <a:defRPr sz="1575" b="1" i="0">
                <a:solidFill>
                  <a:srgbClr val="F59E0B"/>
                </a:solidFill>
              </a:defRPr>
            </a:lvl5pPr>
            <a:lvl6pPr algn="ctr">
              <a:defRPr sz="1575" b="1" i="0">
                <a:solidFill>
                  <a:srgbClr val="F59E0B"/>
                </a:solidFill>
              </a:defRPr>
            </a:lvl6pPr>
            <a:lvl7pPr algn="ctr">
              <a:defRPr sz="1575" b="1" i="0">
                <a:solidFill>
                  <a:srgbClr val="F59E0B"/>
                </a:solidFill>
              </a:defRPr>
            </a:lvl7pPr>
            <a:lvl8pPr algn="ctr">
              <a:defRPr sz="1575" b="1" i="0">
                <a:solidFill>
                  <a:srgbClr val="F59E0B"/>
                </a:solidFill>
              </a:defRPr>
            </a:lvl8pPr>
            <a:lvl9pPr algn="ctr">
              <a:defRPr sz="157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F59E0B"/>
                </a:solidFill>
              </a:defRPr>
            </a:pPr>
            <a:r>
              <a:rPr sz="1575" b="1" i="0">
                <a:solidFill>
                  <a:srgbClr val="F59E0B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BC574-55DD-442D-AE8E-8A0D331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6C29D-7CFF-439E-834F-4A75F88F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670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D2DFE8"/>
                </a:solidFill>
              </a:defRPr>
            </a:defPPr>
            <a:lvl1pPr algn="ctr">
              <a:defRPr sz="1200" b="0" i="0">
                <a:solidFill>
                  <a:srgbClr val="D2DFE8"/>
                </a:solidFill>
              </a:defRPr>
            </a:lvl1pPr>
            <a:lvl2pPr algn="ctr">
              <a:defRPr sz="1200" b="0" i="0">
                <a:solidFill>
                  <a:srgbClr val="D2DFE8"/>
                </a:solidFill>
              </a:defRPr>
            </a:lvl2pPr>
            <a:lvl3pPr algn="ctr">
              <a:defRPr sz="1200" b="0" i="0">
                <a:solidFill>
                  <a:srgbClr val="D2DFE8"/>
                </a:solidFill>
              </a:defRPr>
            </a:lvl3pPr>
            <a:lvl4pPr algn="ctr">
              <a:defRPr sz="1200" b="0" i="0">
                <a:solidFill>
                  <a:srgbClr val="D2DFE8"/>
                </a:solidFill>
              </a:defRPr>
            </a:lvl4pPr>
            <a:lvl5pPr algn="ctr">
              <a:defRPr sz="1200" b="0" i="0">
                <a:solidFill>
                  <a:srgbClr val="D2DFE8"/>
                </a:solidFill>
              </a:defRPr>
            </a:lvl5pPr>
            <a:lvl6pPr algn="ctr">
              <a:defRPr sz="1200" b="0" i="0">
                <a:solidFill>
                  <a:srgbClr val="D2DFE8"/>
                </a:solidFill>
              </a:defRPr>
            </a:lvl6pPr>
            <a:lvl7pPr algn="ctr">
              <a:defRPr sz="1200" b="0" i="0">
                <a:solidFill>
                  <a:srgbClr val="D2DFE8"/>
                </a:solidFill>
              </a:defRPr>
            </a:lvl7pPr>
            <a:lvl8pPr algn="ctr">
              <a:defRPr sz="1200" b="0" i="0">
                <a:solidFill>
                  <a:srgbClr val="D2DFE8"/>
                </a:solidFill>
              </a:defRPr>
            </a:lvl8pPr>
            <a:lvl9pPr algn="ctr">
              <a:defRPr sz="1200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VPC, subnet</a:t>
            </a:r>
          </a:p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Elastic 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D317B-C30B-4255-9479-31F6962A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55778-3AC4-4CB1-9238-140894A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384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 i="0">
                <a:solidFill>
                  <a:srgbClr val="F59E0B"/>
                </a:solidFill>
              </a:defRPr>
            </a:defPPr>
            <a:lvl1pPr algn="ctr">
              <a:defRPr sz="1575" b="1" i="0">
                <a:solidFill>
                  <a:srgbClr val="F59E0B"/>
                </a:solidFill>
              </a:defRPr>
            </a:lvl1pPr>
            <a:lvl2pPr algn="ctr">
              <a:defRPr sz="1575" b="1" i="0">
                <a:solidFill>
                  <a:srgbClr val="F59E0B"/>
                </a:solidFill>
              </a:defRPr>
            </a:lvl2pPr>
            <a:lvl3pPr algn="ctr">
              <a:defRPr sz="1575" b="1" i="0">
                <a:solidFill>
                  <a:srgbClr val="F59E0B"/>
                </a:solidFill>
              </a:defRPr>
            </a:lvl3pPr>
            <a:lvl4pPr algn="ctr">
              <a:defRPr sz="1575" b="1" i="0">
                <a:solidFill>
                  <a:srgbClr val="F59E0B"/>
                </a:solidFill>
              </a:defRPr>
            </a:lvl4pPr>
            <a:lvl5pPr algn="ctr">
              <a:defRPr sz="1575" b="1" i="0">
                <a:solidFill>
                  <a:srgbClr val="F59E0B"/>
                </a:solidFill>
              </a:defRPr>
            </a:lvl5pPr>
            <a:lvl6pPr algn="ctr">
              <a:defRPr sz="1575" b="1" i="0">
                <a:solidFill>
                  <a:srgbClr val="F59E0B"/>
                </a:solidFill>
              </a:defRPr>
            </a:lvl6pPr>
            <a:lvl7pPr algn="ctr">
              <a:defRPr sz="1575" b="1" i="0">
                <a:solidFill>
                  <a:srgbClr val="F59E0B"/>
                </a:solidFill>
              </a:defRPr>
            </a:lvl7pPr>
            <a:lvl8pPr algn="ctr">
              <a:defRPr sz="1575" b="1" i="0">
                <a:solidFill>
                  <a:srgbClr val="F59E0B"/>
                </a:solidFill>
              </a:defRPr>
            </a:lvl8pPr>
            <a:lvl9pPr algn="ctr">
              <a:defRPr sz="157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F59E0B"/>
                </a:solidFill>
              </a:defRPr>
            </a:pPr>
            <a:r>
              <a:rPr sz="1575" b="1" i="0">
                <a:solidFill>
                  <a:srgbClr val="F59E0B"/>
                </a:solidFill>
              </a:rPr>
              <a:t>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3E7F7-41E5-4E2D-BA80-6A917FAC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6654D-8BA5-4D15-8AFE-9DA6D4D9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670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D2DFE8"/>
                </a:solidFill>
              </a:defRPr>
            </a:defPPr>
            <a:lvl1pPr algn="ctr">
              <a:defRPr sz="1200" b="0" i="0">
                <a:solidFill>
                  <a:srgbClr val="D2DFE8"/>
                </a:solidFill>
              </a:defRPr>
            </a:lvl1pPr>
            <a:lvl2pPr algn="ctr">
              <a:defRPr sz="1200" b="0" i="0">
                <a:solidFill>
                  <a:srgbClr val="D2DFE8"/>
                </a:solidFill>
              </a:defRPr>
            </a:lvl2pPr>
            <a:lvl3pPr algn="ctr">
              <a:defRPr sz="1200" b="0" i="0">
                <a:solidFill>
                  <a:srgbClr val="D2DFE8"/>
                </a:solidFill>
              </a:defRPr>
            </a:lvl3pPr>
            <a:lvl4pPr algn="ctr">
              <a:defRPr sz="1200" b="0" i="0">
                <a:solidFill>
                  <a:srgbClr val="D2DFE8"/>
                </a:solidFill>
              </a:defRPr>
            </a:lvl4pPr>
            <a:lvl5pPr algn="ctr">
              <a:defRPr sz="1200" b="0" i="0">
                <a:solidFill>
                  <a:srgbClr val="D2DFE8"/>
                </a:solidFill>
              </a:defRPr>
            </a:lvl5pPr>
            <a:lvl6pPr algn="ctr">
              <a:defRPr sz="1200" b="0" i="0">
                <a:solidFill>
                  <a:srgbClr val="D2DFE8"/>
                </a:solidFill>
              </a:defRPr>
            </a:lvl6pPr>
            <a:lvl7pPr algn="ctr">
              <a:defRPr sz="1200" b="0" i="0">
                <a:solidFill>
                  <a:srgbClr val="D2DFE8"/>
                </a:solidFill>
              </a:defRPr>
            </a:lvl7pPr>
            <a:lvl8pPr algn="ctr">
              <a:defRPr sz="1200" b="0" i="0">
                <a:solidFill>
                  <a:srgbClr val="D2DFE8"/>
                </a:solidFill>
              </a:defRPr>
            </a:lvl8pPr>
            <a:lvl9pPr algn="ctr">
              <a:defRPr sz="1200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SSM role</a:t>
            </a:r>
          </a:p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OIDC deploy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111FA-E8D4-4FF8-B9E2-D9ACD56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EEC6E-14CA-4D99-9D43-48480F0C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384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 i="0">
                <a:solidFill>
                  <a:srgbClr val="F59E0B"/>
                </a:solidFill>
              </a:defRPr>
            </a:defPPr>
            <a:lvl1pPr algn="ctr">
              <a:defRPr sz="1575" b="1" i="0">
                <a:solidFill>
                  <a:srgbClr val="F59E0B"/>
                </a:solidFill>
              </a:defRPr>
            </a:lvl1pPr>
            <a:lvl2pPr algn="ctr">
              <a:defRPr sz="1575" b="1" i="0">
                <a:solidFill>
                  <a:srgbClr val="F59E0B"/>
                </a:solidFill>
              </a:defRPr>
            </a:lvl2pPr>
            <a:lvl3pPr algn="ctr">
              <a:defRPr sz="1575" b="1" i="0">
                <a:solidFill>
                  <a:srgbClr val="F59E0B"/>
                </a:solidFill>
              </a:defRPr>
            </a:lvl3pPr>
            <a:lvl4pPr algn="ctr">
              <a:defRPr sz="1575" b="1" i="0">
                <a:solidFill>
                  <a:srgbClr val="F59E0B"/>
                </a:solidFill>
              </a:defRPr>
            </a:lvl4pPr>
            <a:lvl5pPr algn="ctr">
              <a:defRPr sz="1575" b="1" i="0">
                <a:solidFill>
                  <a:srgbClr val="F59E0B"/>
                </a:solidFill>
              </a:defRPr>
            </a:lvl5pPr>
            <a:lvl6pPr algn="ctr">
              <a:defRPr sz="1575" b="1" i="0">
                <a:solidFill>
                  <a:srgbClr val="F59E0B"/>
                </a:solidFill>
              </a:defRPr>
            </a:lvl6pPr>
            <a:lvl7pPr algn="ctr">
              <a:defRPr sz="1575" b="1" i="0">
                <a:solidFill>
                  <a:srgbClr val="F59E0B"/>
                </a:solidFill>
              </a:defRPr>
            </a:lvl7pPr>
            <a:lvl8pPr algn="ctr">
              <a:defRPr sz="1575" b="1" i="0">
                <a:solidFill>
                  <a:srgbClr val="F59E0B"/>
                </a:solidFill>
              </a:defRPr>
            </a:lvl8pPr>
            <a:lvl9pPr algn="ctr">
              <a:defRPr sz="157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F59E0B"/>
                </a:solidFill>
              </a:defRPr>
            </a:pPr>
            <a:r>
              <a:rPr sz="1575" b="1" i="0">
                <a:solidFill>
                  <a:srgbClr val="F59E0B"/>
                </a:solidFill>
              </a:rPr>
              <a:t>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35971-B141-403B-B7B3-AB76F2B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38450"/>
            <a:ext cx="121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9CD90-F0F1-48DA-8CEB-2104908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670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D2DFE8"/>
                </a:solidFill>
              </a:defRPr>
            </a:defPPr>
            <a:lvl1pPr algn="ctr">
              <a:defRPr sz="1200" b="0" i="0">
                <a:solidFill>
                  <a:srgbClr val="D2DFE8"/>
                </a:solidFill>
              </a:defRPr>
            </a:lvl1pPr>
            <a:lvl2pPr algn="ctr">
              <a:defRPr sz="1200" b="0" i="0">
                <a:solidFill>
                  <a:srgbClr val="D2DFE8"/>
                </a:solidFill>
              </a:defRPr>
            </a:lvl2pPr>
            <a:lvl3pPr algn="ctr">
              <a:defRPr sz="1200" b="0" i="0">
                <a:solidFill>
                  <a:srgbClr val="D2DFE8"/>
                </a:solidFill>
              </a:defRPr>
            </a:lvl3pPr>
            <a:lvl4pPr algn="ctr">
              <a:defRPr sz="1200" b="0" i="0">
                <a:solidFill>
                  <a:srgbClr val="D2DFE8"/>
                </a:solidFill>
              </a:defRPr>
            </a:lvl4pPr>
            <a:lvl5pPr algn="ctr">
              <a:defRPr sz="1200" b="0" i="0">
                <a:solidFill>
                  <a:srgbClr val="D2DFE8"/>
                </a:solidFill>
              </a:defRPr>
            </a:lvl5pPr>
            <a:lvl6pPr algn="ctr">
              <a:defRPr sz="1200" b="0" i="0">
                <a:solidFill>
                  <a:srgbClr val="D2DFE8"/>
                </a:solidFill>
              </a:defRPr>
            </a:lvl6pPr>
            <a:lvl7pPr algn="ctr">
              <a:defRPr sz="1200" b="0" i="0">
                <a:solidFill>
                  <a:srgbClr val="D2DFE8"/>
                </a:solidFill>
              </a:defRPr>
            </a:lvl7pPr>
            <a:lvl8pPr algn="ctr">
              <a:defRPr sz="1200" b="0" i="0">
                <a:solidFill>
                  <a:srgbClr val="D2DFE8"/>
                </a:solidFill>
              </a:defRPr>
            </a:lvl8pPr>
            <a:lvl9pPr algn="ctr">
              <a:defRPr sz="1200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Docker, Compose</a:t>
            </a:r>
          </a:p>
          <a:p xmlns:a="http://schemas.openxmlformats.org/drawingml/2006/main">
            <a:pPr algn="ctr">
              <a:defRPr sz="1200" b="0" i="0">
                <a:solidFill>
                  <a:srgbClr val="D2DFE8"/>
                </a:solidFill>
              </a:defRPr>
            </a:pPr>
            <a:r>
              <a:rPr sz="1200" b="0" i="0">
                <a:solidFill>
                  <a:srgbClr val="D2DFE8"/>
                </a:solidFill>
              </a:rPr>
              <a:t>Caddy and empty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900A4-C421-4EBB-8127-336AC771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</a:defRPr>
            </a:defPPr>
            <a:lvl1pPr algn="ctr">
              <a:defRPr sz="1425" b="1" i="0">
                <a:solidFill>
                  <a:srgbClr val="FFFFFF"/>
                </a:solidFill>
              </a:defRPr>
            </a:lvl1pPr>
            <a:lvl2pPr algn="ctr">
              <a:defRPr sz="1425" b="1" i="0">
                <a:solidFill>
                  <a:srgbClr val="FFFFFF"/>
                </a:solidFill>
              </a:defRPr>
            </a:lvl2pPr>
            <a:lvl3pPr algn="ctr">
              <a:defRPr sz="1425" b="1" i="0">
                <a:solidFill>
                  <a:srgbClr val="FFFFFF"/>
                </a:solidFill>
              </a:defRPr>
            </a:lvl3pPr>
            <a:lvl4pPr algn="ctr">
              <a:defRPr sz="1425" b="1" i="0">
                <a:solidFill>
                  <a:srgbClr val="FFFFFF"/>
                </a:solidFill>
              </a:defRPr>
            </a:lvl4pPr>
            <a:lvl5pPr algn="ctr">
              <a:defRPr sz="1425" b="1" i="0">
                <a:solidFill>
                  <a:srgbClr val="FFFFFF"/>
                </a:solidFill>
              </a:defRPr>
            </a:lvl5pPr>
            <a:lvl6pPr algn="ctr">
              <a:defRPr sz="1425" b="1" i="0">
                <a:solidFill>
                  <a:srgbClr val="FFFFFF"/>
                </a:solidFill>
              </a:defRPr>
            </a:lvl6pPr>
            <a:lvl7pPr algn="ctr">
              <a:defRPr sz="1425" b="1" i="0">
                <a:solidFill>
                  <a:srgbClr val="FFFFFF"/>
                </a:solidFill>
              </a:defRPr>
            </a:lvl7pPr>
            <a:lvl8pPr algn="ctr">
              <a:defRPr sz="1425" b="1" i="0">
                <a:solidFill>
                  <a:srgbClr val="FFFFFF"/>
                </a:solidFill>
              </a:defRPr>
            </a:lvl8pPr>
            <a:lvl9pPr algn="ctr">
              <a:defRPr sz="14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It also generates application secrets on the server and prepares the hostname and certificate email.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76B8A-2EF4-47C5-AD44-87CC9572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A0570-8D0C-45B4-85D6-7C9C10A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59E0B"/>
                </a:solidFill>
              </a:defRPr>
            </a:defPPr>
            <a:lvl1pPr algn="l">
              <a:defRPr sz="1350" b="1" i="0">
                <a:solidFill>
                  <a:srgbClr val="F59E0B"/>
                </a:solidFill>
              </a:defRPr>
            </a:lvl1pPr>
            <a:lvl2pPr algn="l">
              <a:defRPr sz="1350" b="1" i="0">
                <a:solidFill>
                  <a:srgbClr val="F59E0B"/>
                </a:solidFill>
              </a:defRPr>
            </a:lvl2pPr>
            <a:lvl3pPr algn="l">
              <a:defRPr sz="1350" b="1" i="0">
                <a:solidFill>
                  <a:srgbClr val="F59E0B"/>
                </a:solidFill>
              </a:defRPr>
            </a:lvl3pPr>
            <a:lvl4pPr algn="l">
              <a:defRPr sz="1350" b="1" i="0">
                <a:solidFill>
                  <a:srgbClr val="F59E0B"/>
                </a:solidFill>
              </a:defRPr>
            </a:lvl4pPr>
            <a:lvl5pPr algn="l">
              <a:defRPr sz="1350" b="1" i="0">
                <a:solidFill>
                  <a:srgbClr val="F59E0B"/>
                </a:solidFill>
              </a:defRPr>
            </a:lvl5pPr>
            <a:lvl6pPr algn="l">
              <a:defRPr sz="1350" b="1" i="0">
                <a:solidFill>
                  <a:srgbClr val="F59E0B"/>
                </a:solidFill>
              </a:defRPr>
            </a:lvl6pPr>
            <a:lvl7pPr algn="l">
              <a:defRPr sz="1350" b="1" i="0">
                <a:solidFill>
                  <a:srgbClr val="F59E0B"/>
                </a:solidFill>
              </a:defRPr>
            </a:lvl7pPr>
            <a:lvl8pPr algn="l">
              <a:defRPr sz="1350" b="1" i="0">
                <a:solidFill>
                  <a:srgbClr val="F59E0B"/>
                </a:solidFill>
              </a:defRPr>
            </a:lvl8pPr>
            <a:lvl9pPr algn="l"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Secure prompt through SSM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AFA65-E48C-4B1E-B63C-72B8511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D2DFE8"/>
                </a:solidFill>
              </a:defRPr>
            </a:defPPr>
            <a:lvl1pPr algn="l">
              <a:defRPr sz="1275" b="0" i="0">
                <a:solidFill>
                  <a:srgbClr val="D2DFE8"/>
                </a:solidFill>
              </a:defRPr>
            </a:lvl1pPr>
            <a:lvl2pPr algn="l">
              <a:defRPr sz="1275" b="0" i="0">
                <a:solidFill>
                  <a:srgbClr val="D2DFE8"/>
                </a:solidFill>
              </a:defRPr>
            </a:lvl2pPr>
            <a:lvl3pPr algn="l">
              <a:defRPr sz="1275" b="0" i="0">
                <a:solidFill>
                  <a:srgbClr val="D2DFE8"/>
                </a:solidFill>
              </a:defRPr>
            </a:lvl3pPr>
            <a:lvl4pPr algn="l">
              <a:defRPr sz="1275" b="0" i="0">
                <a:solidFill>
                  <a:srgbClr val="D2DFE8"/>
                </a:solidFill>
              </a:defRPr>
            </a:lvl4pPr>
            <a:lvl5pPr algn="l">
              <a:defRPr sz="1275" b="0" i="0">
                <a:solidFill>
                  <a:srgbClr val="D2DFE8"/>
                </a:solidFill>
              </a:defRPr>
            </a:lvl5pPr>
            <a:lvl6pPr algn="l">
              <a:defRPr sz="1275" b="0" i="0">
                <a:solidFill>
                  <a:srgbClr val="D2DFE8"/>
                </a:solidFill>
              </a:defRPr>
            </a:lvl6pPr>
            <a:lvl7pPr algn="l">
              <a:defRPr sz="1275" b="0" i="0">
                <a:solidFill>
                  <a:srgbClr val="D2DFE8"/>
                </a:solidFill>
              </a:defRPr>
            </a:lvl7pPr>
            <a:lvl8pPr algn="l">
              <a:defRPr sz="1275" b="0" i="0">
                <a:solidFill>
                  <a:srgbClr val="D2DFE8"/>
                </a:solidFill>
              </a:defRPr>
            </a:lvl8pPr>
            <a:lvl9pPr algn="l">
              <a:defRPr sz="1275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D2DFE8"/>
                </a:solidFill>
              </a:defRPr>
            </a:pPr>
            <a:r>
              <a:rPr sz="1275" b="0" i="0">
                <a:solidFill>
                  <a:srgbClr val="D2DFE8"/>
                </a:solidFill>
              </a:rPr>
              <a:t>GHCR username and read-only read:packages token. The token is not placed in the command, GitHub input or chat.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0C69E-AF1C-4D4B-966A-80C4FD2D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BF9CD-62E5-4CA8-A885-E4C8B8DC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B8CBD9"/>
                </a:solidFill>
              </a:defRPr>
            </a:defPPr>
            <a:lvl1pPr algn="l">
              <a:defRPr sz="825" b="1" i="0">
                <a:solidFill>
                  <a:srgbClr val="B8CBD9"/>
                </a:solidFill>
              </a:defRPr>
            </a:lvl1pPr>
            <a:lvl2pPr algn="l">
              <a:defRPr sz="825" b="1" i="0">
                <a:solidFill>
                  <a:srgbClr val="B8CBD9"/>
                </a:solidFill>
              </a:defRPr>
            </a:lvl2pPr>
            <a:lvl3pPr algn="l">
              <a:defRPr sz="825" b="1" i="0">
                <a:solidFill>
                  <a:srgbClr val="B8CBD9"/>
                </a:solidFill>
              </a:defRPr>
            </a:lvl3pPr>
            <a:lvl4pPr algn="l">
              <a:defRPr sz="825" b="1" i="0">
                <a:solidFill>
                  <a:srgbClr val="B8CBD9"/>
                </a:solidFill>
              </a:defRPr>
            </a:lvl4pPr>
            <a:lvl5pPr algn="l">
              <a:defRPr sz="825" b="1" i="0">
                <a:solidFill>
                  <a:srgbClr val="B8CBD9"/>
                </a:solidFill>
              </a:defRPr>
            </a:lvl5pPr>
            <a:lvl6pPr algn="l">
              <a:defRPr sz="825" b="1" i="0">
                <a:solidFill>
                  <a:srgbClr val="B8CBD9"/>
                </a:solidFill>
              </a:defRPr>
            </a:lvl6pPr>
            <a:lvl7pPr algn="l">
              <a:defRPr sz="825" b="1" i="0">
                <a:solidFill>
                  <a:srgbClr val="B8CBD9"/>
                </a:solidFill>
              </a:defRPr>
            </a:lvl7pPr>
            <a:lvl8pPr algn="l">
              <a:defRPr sz="825" b="1" i="0">
                <a:solidFill>
                  <a:srgbClr val="B8CBD9"/>
                </a:solidFill>
              </a:defRPr>
            </a:lvl8pPr>
            <a:lvl9pPr algn="l">
              <a:defRPr sz="825" b="1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B8CBD9"/>
                </a:solidFill>
              </a:defRPr>
            </a:pPr>
            <a:r>
              <a:rPr sz="825" b="1" i="0">
                <a:solidFill>
                  <a:srgbClr val="B8CBD9"/>
                </a:solidFill>
              </a:rPr>
              <a:t>FFG Production Setup Guide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B4ADF-9FB0-4FAE-8414-6928B8B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B8CBD9"/>
                </a:solidFill>
              </a:defRPr>
            </a:defPPr>
            <a:lvl1pPr algn="r">
              <a:defRPr sz="825" b="1" i="0">
                <a:solidFill>
                  <a:srgbClr val="B8CBD9"/>
                </a:solidFill>
              </a:defRPr>
            </a:lvl1pPr>
            <a:lvl2pPr algn="r">
              <a:defRPr sz="825" b="1" i="0">
                <a:solidFill>
                  <a:srgbClr val="B8CBD9"/>
                </a:solidFill>
              </a:defRPr>
            </a:lvl2pPr>
            <a:lvl3pPr algn="r">
              <a:defRPr sz="825" b="1" i="0">
                <a:solidFill>
                  <a:srgbClr val="B8CBD9"/>
                </a:solidFill>
              </a:defRPr>
            </a:lvl3pPr>
            <a:lvl4pPr algn="r">
              <a:defRPr sz="825" b="1" i="0">
                <a:solidFill>
                  <a:srgbClr val="B8CBD9"/>
                </a:solidFill>
              </a:defRPr>
            </a:lvl4pPr>
            <a:lvl5pPr algn="r">
              <a:defRPr sz="825" b="1" i="0">
                <a:solidFill>
                  <a:srgbClr val="B8CBD9"/>
                </a:solidFill>
              </a:defRPr>
            </a:lvl5pPr>
            <a:lvl6pPr algn="r">
              <a:defRPr sz="825" b="1" i="0">
                <a:solidFill>
                  <a:srgbClr val="B8CBD9"/>
                </a:solidFill>
              </a:defRPr>
            </a:lvl6pPr>
            <a:lvl7pPr algn="r">
              <a:defRPr sz="825" b="1" i="0">
                <a:solidFill>
                  <a:srgbClr val="B8CBD9"/>
                </a:solidFill>
              </a:defRPr>
            </a:lvl7pPr>
            <a:lvl8pPr algn="r">
              <a:defRPr sz="825" b="1" i="0">
                <a:solidFill>
                  <a:srgbClr val="B8CBD9"/>
                </a:solidFill>
              </a:defRPr>
            </a:lvl8pPr>
            <a:lvl9pPr algn="r">
              <a:defRPr sz="825" b="1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B8CBD9"/>
                </a:solidFill>
              </a:defRPr>
            </a:pPr>
            <a:r>
              <a:rPr sz="825" b="1" i="0">
                <a:solidFill>
                  <a:srgbClr val="B8CBD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3525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1E009-3B66-4644-AFB9-51FC5C61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0EA5A4"/>
                </a:solidFill>
              </a:defRPr>
            </a:defPPr>
            <a:lvl1pPr algn="l">
              <a:defRPr sz="900" b="1" i="0">
                <a:solidFill>
                  <a:srgbClr val="0EA5A4"/>
                </a:solidFill>
              </a:defRPr>
            </a:lvl1pPr>
            <a:lvl2pPr algn="l">
              <a:defRPr sz="900" b="1" i="0">
                <a:solidFill>
                  <a:srgbClr val="0EA5A4"/>
                </a:solidFill>
              </a:defRPr>
            </a:lvl2pPr>
            <a:lvl3pPr algn="l">
              <a:defRPr sz="900" b="1" i="0">
                <a:solidFill>
                  <a:srgbClr val="0EA5A4"/>
                </a:solidFill>
              </a:defRPr>
            </a:lvl3pPr>
            <a:lvl4pPr algn="l">
              <a:defRPr sz="900" b="1" i="0">
                <a:solidFill>
                  <a:srgbClr val="0EA5A4"/>
                </a:solidFill>
              </a:defRPr>
            </a:lvl4pPr>
            <a:lvl5pPr algn="l">
              <a:defRPr sz="900" b="1" i="0">
                <a:solidFill>
                  <a:srgbClr val="0EA5A4"/>
                </a:solidFill>
              </a:defRPr>
            </a:lvl5pPr>
            <a:lvl6pPr algn="l">
              <a:defRPr sz="900" b="1" i="0">
                <a:solidFill>
                  <a:srgbClr val="0EA5A4"/>
                </a:solidFill>
              </a:defRPr>
            </a:lvl6pPr>
            <a:lvl7pPr algn="l">
              <a:defRPr sz="900" b="1" i="0">
                <a:solidFill>
                  <a:srgbClr val="0EA5A4"/>
                </a:solidFill>
              </a:defRPr>
            </a:lvl7pPr>
            <a:lvl8pPr algn="l">
              <a:defRPr sz="900" b="1" i="0">
                <a:solidFill>
                  <a:srgbClr val="0EA5A4"/>
                </a:solidFill>
              </a:defRPr>
            </a:lvl8pPr>
            <a:lvl9pPr algn="l">
              <a:defRPr sz="9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0EA5A4"/>
                </a:solidFill>
              </a:defRPr>
            </a:pPr>
            <a:r>
              <a:rPr sz="900" b="1" i="0">
                <a:solidFill>
                  <a:srgbClr val="0EA5A4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5E67C-1D54-4427-A256-32F07569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0B1F33"/>
                </a:solidFill>
              </a:defRPr>
            </a:defPPr>
            <a:lvl1pPr algn="l">
              <a:defRPr sz="2550" b="1" i="0">
                <a:solidFill>
                  <a:srgbClr val="0B1F33"/>
                </a:solidFill>
              </a:defRPr>
            </a:lvl1pPr>
            <a:lvl2pPr algn="l">
              <a:defRPr sz="2550" b="1" i="0">
                <a:solidFill>
                  <a:srgbClr val="0B1F33"/>
                </a:solidFill>
              </a:defRPr>
            </a:lvl2pPr>
            <a:lvl3pPr algn="l">
              <a:defRPr sz="2550" b="1" i="0">
                <a:solidFill>
                  <a:srgbClr val="0B1F33"/>
                </a:solidFill>
              </a:defRPr>
            </a:lvl3pPr>
            <a:lvl4pPr algn="l">
              <a:defRPr sz="2550" b="1" i="0">
                <a:solidFill>
                  <a:srgbClr val="0B1F33"/>
                </a:solidFill>
              </a:defRPr>
            </a:lvl4pPr>
            <a:lvl5pPr algn="l">
              <a:defRPr sz="2550" b="1" i="0">
                <a:solidFill>
                  <a:srgbClr val="0B1F33"/>
                </a:solidFill>
              </a:defRPr>
            </a:lvl5pPr>
            <a:lvl6pPr algn="l">
              <a:defRPr sz="2550" b="1" i="0">
                <a:solidFill>
                  <a:srgbClr val="0B1F33"/>
                </a:solidFill>
              </a:defRPr>
            </a:lvl6pPr>
            <a:lvl7pPr algn="l">
              <a:defRPr sz="2550" b="1" i="0">
                <a:solidFill>
                  <a:srgbClr val="0B1F33"/>
                </a:solidFill>
              </a:defRPr>
            </a:lvl7pPr>
            <a:lvl8pPr algn="l">
              <a:defRPr sz="2550" b="1" i="0">
                <a:solidFill>
                  <a:srgbClr val="0B1F33"/>
                </a:solidFill>
              </a:defRPr>
            </a:lvl8pPr>
            <a:lvl9pPr algn="l">
              <a:defRPr sz="255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F33"/>
                </a:solidFill>
              </a:defRPr>
            </a:pPr>
            <a:r>
              <a:rPr sz="2550" b="1" i="0">
                <a:solidFill>
                  <a:srgbClr val="0B1F33"/>
                </a:solidFill>
              </a:rPr>
              <a:t>After --apply · client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FE469-7435-43D6-8A60-E60C1698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The script prints the Elastic IP and waits for the external DNS and repository review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25F4D-95E7-4688-B40C-23CC0F23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 i="0">
                <a:solidFill>
                  <a:srgbClr val="F59E0B"/>
                </a:solidFill>
              </a:defRPr>
            </a:defPPr>
            <a:lvl1pPr algn="l">
              <a:defRPr sz="1425" b="1" i="0">
                <a:solidFill>
                  <a:srgbClr val="F59E0B"/>
                </a:solidFill>
              </a:defRPr>
            </a:lvl1pPr>
            <a:lvl2pPr algn="l">
              <a:defRPr sz="1425" b="1" i="0">
                <a:solidFill>
                  <a:srgbClr val="F59E0B"/>
                </a:solidFill>
              </a:defRPr>
            </a:lvl2pPr>
            <a:lvl3pPr algn="l">
              <a:defRPr sz="1425" b="1" i="0">
                <a:solidFill>
                  <a:srgbClr val="F59E0B"/>
                </a:solidFill>
              </a:defRPr>
            </a:lvl3pPr>
            <a:lvl4pPr algn="l">
              <a:defRPr sz="1425" b="1" i="0">
                <a:solidFill>
                  <a:srgbClr val="F59E0B"/>
                </a:solidFill>
              </a:defRPr>
            </a:lvl4pPr>
            <a:lvl5pPr algn="l">
              <a:defRPr sz="1425" b="1" i="0">
                <a:solidFill>
                  <a:srgbClr val="F59E0B"/>
                </a:solidFill>
              </a:defRPr>
            </a:lvl5pPr>
            <a:lvl6pPr algn="l">
              <a:defRPr sz="1425" b="1" i="0">
                <a:solidFill>
                  <a:srgbClr val="F59E0B"/>
                </a:solidFill>
              </a:defRPr>
            </a:lvl6pPr>
            <a:lvl7pPr algn="l">
              <a:defRPr sz="1425" b="1" i="0">
                <a:solidFill>
                  <a:srgbClr val="F59E0B"/>
                </a:solidFill>
              </a:defRPr>
            </a:lvl7pPr>
            <a:lvl8pPr algn="l">
              <a:defRPr sz="1425" b="1" i="0">
                <a:solidFill>
                  <a:srgbClr val="F59E0B"/>
                </a:solidFill>
              </a:defRPr>
            </a:lvl8pPr>
            <a:lvl9pPr algn="l">
              <a:defRPr sz="14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B45FF-C99B-4F81-B59E-881BE5B8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DNS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D299D-F919-4F01-9608-77B295B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Add an A record for the Production hostname to the printed Elastic IP. Remove stale AAAA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E8CF1-C403-490E-AE16-347FDC4A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C9147-E8B8-471D-8B45-F2A2FC7C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 i="0">
                <a:solidFill>
                  <a:srgbClr val="F59E0B"/>
                </a:solidFill>
              </a:defRPr>
            </a:defPPr>
            <a:lvl1pPr algn="l">
              <a:defRPr sz="1425" b="1" i="0">
                <a:solidFill>
                  <a:srgbClr val="F59E0B"/>
                </a:solidFill>
              </a:defRPr>
            </a:lvl1pPr>
            <a:lvl2pPr algn="l">
              <a:defRPr sz="1425" b="1" i="0">
                <a:solidFill>
                  <a:srgbClr val="F59E0B"/>
                </a:solidFill>
              </a:defRPr>
            </a:lvl2pPr>
            <a:lvl3pPr algn="l">
              <a:defRPr sz="1425" b="1" i="0">
                <a:solidFill>
                  <a:srgbClr val="F59E0B"/>
                </a:solidFill>
              </a:defRPr>
            </a:lvl3pPr>
            <a:lvl4pPr algn="l">
              <a:defRPr sz="1425" b="1" i="0">
                <a:solidFill>
                  <a:srgbClr val="F59E0B"/>
                </a:solidFill>
              </a:defRPr>
            </a:lvl4pPr>
            <a:lvl5pPr algn="l">
              <a:defRPr sz="1425" b="1" i="0">
                <a:solidFill>
                  <a:srgbClr val="F59E0B"/>
                </a:solidFill>
              </a:defRPr>
            </a:lvl5pPr>
            <a:lvl6pPr algn="l">
              <a:defRPr sz="1425" b="1" i="0">
                <a:solidFill>
                  <a:srgbClr val="F59E0B"/>
                </a:solidFill>
              </a:defRPr>
            </a:lvl6pPr>
            <a:lvl7pPr algn="l">
              <a:defRPr sz="1425" b="1" i="0">
                <a:solidFill>
                  <a:srgbClr val="F59E0B"/>
                </a:solidFill>
              </a:defRPr>
            </a:lvl7pPr>
            <a:lvl8pPr algn="l">
              <a:defRPr sz="1425" b="1" i="0">
                <a:solidFill>
                  <a:srgbClr val="F59E0B"/>
                </a:solidFill>
              </a:defRPr>
            </a:lvl8pPr>
            <a:lvl9pPr algn="l">
              <a:defRPr sz="14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E2EFB-5331-401C-83C4-5F60B72D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D555F-7FD2-4ECE-B810-C8167B4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Review the generated production.json and merge it into main through a pull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F29F9-6685-4441-98AF-B5C52A6C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432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52888-0C27-485F-87F3-08042205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 i="0">
                <a:solidFill>
                  <a:srgbClr val="F59E0B"/>
                </a:solidFill>
              </a:defRPr>
            </a:defPPr>
            <a:lvl1pPr algn="l">
              <a:defRPr sz="1425" b="1" i="0">
                <a:solidFill>
                  <a:srgbClr val="F59E0B"/>
                </a:solidFill>
              </a:defRPr>
            </a:lvl1pPr>
            <a:lvl2pPr algn="l">
              <a:defRPr sz="1425" b="1" i="0">
                <a:solidFill>
                  <a:srgbClr val="F59E0B"/>
                </a:solidFill>
              </a:defRPr>
            </a:lvl2pPr>
            <a:lvl3pPr algn="l">
              <a:defRPr sz="1425" b="1" i="0">
                <a:solidFill>
                  <a:srgbClr val="F59E0B"/>
                </a:solidFill>
              </a:defRPr>
            </a:lvl3pPr>
            <a:lvl4pPr algn="l">
              <a:defRPr sz="1425" b="1" i="0">
                <a:solidFill>
                  <a:srgbClr val="F59E0B"/>
                </a:solidFill>
              </a:defRPr>
            </a:lvl4pPr>
            <a:lvl5pPr algn="l">
              <a:defRPr sz="1425" b="1" i="0">
                <a:solidFill>
                  <a:srgbClr val="F59E0B"/>
                </a:solidFill>
              </a:defRPr>
            </a:lvl5pPr>
            <a:lvl6pPr algn="l">
              <a:defRPr sz="1425" b="1" i="0">
                <a:solidFill>
                  <a:srgbClr val="F59E0B"/>
                </a:solidFill>
              </a:defRPr>
            </a:lvl6pPr>
            <a:lvl7pPr algn="l">
              <a:defRPr sz="1425" b="1" i="0">
                <a:solidFill>
                  <a:srgbClr val="F59E0B"/>
                </a:solidFill>
              </a:defRPr>
            </a:lvl7pPr>
            <a:lvl8pPr algn="l">
              <a:defRPr sz="1425" b="1" i="0">
                <a:solidFill>
                  <a:srgbClr val="F59E0B"/>
                </a:solidFill>
              </a:defRPr>
            </a:lvl8pPr>
            <a:lvl9pPr algn="l">
              <a:defRPr sz="14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BFE69-2390-4D6A-BE74-EC7E46B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90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GHCR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8AB05-1D2A-4277-9CA8-4E2CFC36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9975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Enter the read-only credential when the secure SSM prompt appears. The Production host needs its own registry login.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FC9B2-9125-4E47-8408-2777725E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B7DBE-BEC1-4612-AA36-F7A080B9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 i="0">
                <a:solidFill>
                  <a:srgbClr val="F59E0B"/>
                </a:solidFill>
              </a:defRPr>
            </a:defPPr>
            <a:lvl1pPr algn="l">
              <a:defRPr sz="1425" b="1" i="0">
                <a:solidFill>
                  <a:srgbClr val="F59E0B"/>
                </a:solidFill>
              </a:defRPr>
            </a:lvl1pPr>
            <a:lvl2pPr algn="l">
              <a:defRPr sz="1425" b="1" i="0">
                <a:solidFill>
                  <a:srgbClr val="F59E0B"/>
                </a:solidFill>
              </a:defRPr>
            </a:lvl2pPr>
            <a:lvl3pPr algn="l">
              <a:defRPr sz="1425" b="1" i="0">
                <a:solidFill>
                  <a:srgbClr val="F59E0B"/>
                </a:solidFill>
              </a:defRPr>
            </a:lvl3pPr>
            <a:lvl4pPr algn="l">
              <a:defRPr sz="1425" b="1" i="0">
                <a:solidFill>
                  <a:srgbClr val="F59E0B"/>
                </a:solidFill>
              </a:defRPr>
            </a:lvl4pPr>
            <a:lvl5pPr algn="l">
              <a:defRPr sz="1425" b="1" i="0">
                <a:solidFill>
                  <a:srgbClr val="F59E0B"/>
                </a:solidFill>
              </a:defRPr>
            </a:lvl5pPr>
            <a:lvl6pPr algn="l">
              <a:defRPr sz="1425" b="1" i="0">
                <a:solidFill>
                  <a:srgbClr val="F59E0B"/>
                </a:solidFill>
              </a:defRPr>
            </a:lvl6pPr>
            <a:lvl7pPr algn="l">
              <a:defRPr sz="1425" b="1" i="0">
                <a:solidFill>
                  <a:srgbClr val="F59E0B"/>
                </a:solidFill>
              </a:defRPr>
            </a:lvl7pPr>
            <a:lvl8pPr algn="l">
              <a:defRPr sz="1425" b="1" i="0">
                <a:solidFill>
                  <a:srgbClr val="F59E0B"/>
                </a:solidFill>
              </a:defRPr>
            </a:lvl8pPr>
            <a:lvl9pPr algn="l">
              <a:defRPr sz="14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BBC7B-0A86-4817-8142-527E477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00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672F0-FF2C-479A-93ED-9612F9E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Keep the Production target separate from Staging. No application release has been deployed yet.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1FB0E-E50F-4805-AC3E-95A9953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0EE4F-8980-40D3-8521-C444DCD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70518-B9B1-4037-BB3E-3E257B2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3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 i="0">
                <a:solidFill>
                  <a:srgbClr val="C2410C"/>
                </a:solidFill>
              </a:defRPr>
            </a:defPPr>
            <a:lvl1pPr algn="ctr">
              <a:defRPr sz="1125" b="1" i="0">
                <a:solidFill>
                  <a:srgbClr val="C2410C"/>
                </a:solidFill>
              </a:defRPr>
            </a:lvl1pPr>
            <a:lvl2pPr algn="ctr">
              <a:defRPr sz="1125" b="1" i="0">
                <a:solidFill>
                  <a:srgbClr val="C2410C"/>
                </a:solidFill>
              </a:defRPr>
            </a:lvl2pPr>
            <a:lvl3pPr algn="ctr">
              <a:defRPr sz="1125" b="1" i="0">
                <a:solidFill>
                  <a:srgbClr val="C2410C"/>
                </a:solidFill>
              </a:defRPr>
            </a:lvl3pPr>
            <a:lvl4pPr algn="ctr">
              <a:defRPr sz="1125" b="1" i="0">
                <a:solidFill>
                  <a:srgbClr val="C2410C"/>
                </a:solidFill>
              </a:defRPr>
            </a:lvl4pPr>
            <a:lvl5pPr algn="ctr">
              <a:defRPr sz="1125" b="1" i="0">
                <a:solidFill>
                  <a:srgbClr val="C2410C"/>
                </a:solidFill>
              </a:defRPr>
            </a:lvl5pPr>
            <a:lvl6pPr algn="ctr">
              <a:defRPr sz="1125" b="1" i="0">
                <a:solidFill>
                  <a:srgbClr val="C2410C"/>
                </a:solidFill>
              </a:defRPr>
            </a:lvl6pPr>
            <a:lvl7pPr algn="ctr">
              <a:defRPr sz="1125" b="1" i="0">
                <a:solidFill>
                  <a:srgbClr val="C2410C"/>
                </a:solidFill>
              </a:defRPr>
            </a:lvl7pPr>
            <a:lvl8pPr algn="ctr">
              <a:defRPr sz="1125" b="1" i="0">
                <a:solidFill>
                  <a:srgbClr val="C2410C"/>
                </a:solidFill>
              </a:defRPr>
            </a:lvl8pPr>
            <a:lvl9pPr algn="ctr">
              <a:defRPr sz="1125" b="1" i="0">
                <a:solidFill>
                  <a:srgbClr val="C2410C"/>
                </a:solidFill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C2410C"/>
                </a:solidFill>
              </a:defRPr>
            </a:pPr>
            <a:r>
              <a:rPr sz="1125" b="1" i="0">
                <a:solidFill>
                  <a:srgbClr val="C2410C"/>
                </a:solidFill>
              </a:rPr>
              <a:t>The script checks DNS, but it does not change the DNS provider or buy the domain.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8B922-70D2-46B0-87FF-6E6C78D9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D7D02-155D-4EFA-9447-8368D195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526579"/>
                </a:solidFill>
              </a:defRPr>
            </a:defPPr>
            <a:lvl1pPr algn="l">
              <a:defRPr sz="825" b="1" i="0">
                <a:solidFill>
                  <a:srgbClr val="526579"/>
                </a:solidFill>
              </a:defRPr>
            </a:lvl1pPr>
            <a:lvl2pPr algn="l">
              <a:defRPr sz="825" b="1" i="0">
                <a:solidFill>
                  <a:srgbClr val="526579"/>
                </a:solidFill>
              </a:defRPr>
            </a:lvl2pPr>
            <a:lvl3pPr algn="l">
              <a:defRPr sz="825" b="1" i="0">
                <a:solidFill>
                  <a:srgbClr val="526579"/>
                </a:solidFill>
              </a:defRPr>
            </a:lvl3pPr>
            <a:lvl4pPr algn="l">
              <a:defRPr sz="825" b="1" i="0">
                <a:solidFill>
                  <a:srgbClr val="526579"/>
                </a:solidFill>
              </a:defRPr>
            </a:lvl4pPr>
            <a:lvl5pPr algn="l">
              <a:defRPr sz="825" b="1" i="0">
                <a:solidFill>
                  <a:srgbClr val="526579"/>
                </a:solidFill>
              </a:defRPr>
            </a:lvl5pPr>
            <a:lvl6pPr algn="l">
              <a:defRPr sz="825" b="1" i="0">
                <a:solidFill>
                  <a:srgbClr val="526579"/>
                </a:solidFill>
              </a:defRPr>
            </a:lvl6pPr>
            <a:lvl7pPr algn="l">
              <a:defRPr sz="825" b="1" i="0">
                <a:solidFill>
                  <a:srgbClr val="526579"/>
                </a:solidFill>
              </a:defRPr>
            </a:lvl7pPr>
            <a:lvl8pPr algn="l">
              <a:defRPr sz="825" b="1" i="0">
                <a:solidFill>
                  <a:srgbClr val="526579"/>
                </a:solidFill>
              </a:defRPr>
            </a:lvl8pPr>
            <a:lvl9pPr algn="l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FFG Production Setup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60626-0AD4-4DD8-9703-719B2333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526579"/>
                </a:solidFill>
              </a:defRPr>
            </a:defPPr>
            <a:lvl1pPr algn="r">
              <a:defRPr sz="825" b="1" i="0">
                <a:solidFill>
                  <a:srgbClr val="526579"/>
                </a:solidFill>
              </a:defRPr>
            </a:lvl1pPr>
            <a:lvl2pPr algn="r">
              <a:defRPr sz="825" b="1" i="0">
                <a:solidFill>
                  <a:srgbClr val="526579"/>
                </a:solidFill>
              </a:defRPr>
            </a:lvl2pPr>
            <a:lvl3pPr algn="r">
              <a:defRPr sz="825" b="1" i="0">
                <a:solidFill>
                  <a:srgbClr val="526579"/>
                </a:solidFill>
              </a:defRPr>
            </a:lvl3pPr>
            <a:lvl4pPr algn="r">
              <a:defRPr sz="825" b="1" i="0">
                <a:solidFill>
                  <a:srgbClr val="526579"/>
                </a:solidFill>
              </a:defRPr>
            </a:lvl4pPr>
            <a:lvl5pPr algn="r">
              <a:defRPr sz="825" b="1" i="0">
                <a:solidFill>
                  <a:srgbClr val="526579"/>
                </a:solidFill>
              </a:defRPr>
            </a:lvl5pPr>
            <a:lvl6pPr algn="r">
              <a:defRPr sz="825" b="1" i="0">
                <a:solidFill>
                  <a:srgbClr val="526579"/>
                </a:solidFill>
              </a:defRPr>
            </a:lvl6pPr>
            <a:lvl7pPr algn="r">
              <a:defRPr sz="825" b="1" i="0">
                <a:solidFill>
                  <a:srgbClr val="526579"/>
                </a:solidFill>
              </a:defRPr>
            </a:lvl7pPr>
            <a:lvl8pPr algn="r">
              <a:defRPr sz="825" b="1" i="0">
                <a:solidFill>
                  <a:srgbClr val="526579"/>
                </a:solidFill>
              </a:defRPr>
            </a:lvl8pPr>
            <a:lvl9pPr algn="r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7705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5B586-3561-4BE0-887C-38F675F0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F59E0B"/>
                </a:solidFill>
              </a:defRPr>
            </a:defPPr>
            <a:lvl1pPr algn="l">
              <a:defRPr sz="900" b="1" i="0">
                <a:solidFill>
                  <a:srgbClr val="F59E0B"/>
                </a:solidFill>
              </a:defRPr>
            </a:lvl1pPr>
            <a:lvl2pPr algn="l">
              <a:defRPr sz="900" b="1" i="0">
                <a:solidFill>
                  <a:srgbClr val="F59E0B"/>
                </a:solidFill>
              </a:defRPr>
            </a:lvl2pPr>
            <a:lvl3pPr algn="l">
              <a:defRPr sz="900" b="1" i="0">
                <a:solidFill>
                  <a:srgbClr val="F59E0B"/>
                </a:solidFill>
              </a:defRPr>
            </a:lvl3pPr>
            <a:lvl4pPr algn="l">
              <a:defRPr sz="900" b="1" i="0">
                <a:solidFill>
                  <a:srgbClr val="F59E0B"/>
                </a:solidFill>
              </a:defRPr>
            </a:lvl4pPr>
            <a:lvl5pPr algn="l">
              <a:defRPr sz="900" b="1" i="0">
                <a:solidFill>
                  <a:srgbClr val="F59E0B"/>
                </a:solidFill>
              </a:defRPr>
            </a:lvl5pPr>
            <a:lvl6pPr algn="l">
              <a:defRPr sz="900" b="1" i="0">
                <a:solidFill>
                  <a:srgbClr val="F59E0B"/>
                </a:solidFill>
              </a:defRPr>
            </a:lvl6pPr>
            <a:lvl7pPr algn="l">
              <a:defRPr sz="900" b="1" i="0">
                <a:solidFill>
                  <a:srgbClr val="F59E0B"/>
                </a:solidFill>
              </a:defRPr>
            </a:lvl7pPr>
            <a:lvl8pPr algn="l">
              <a:defRPr sz="900" b="1" i="0">
                <a:solidFill>
                  <a:srgbClr val="F59E0B"/>
                </a:solidFill>
              </a:defRPr>
            </a:lvl8pPr>
            <a:lvl9pPr algn="l">
              <a:defRPr sz="9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D1B08-9A8D-4613-9740-F8F59E88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defRPr sz="2550" b="1" i="0">
                <a:solidFill>
                  <a:srgbClr val="FFFFFF"/>
                </a:solidFill>
              </a:defRPr>
            </a:lvl1pPr>
            <a:lvl2pPr algn="l">
              <a:defRPr sz="2550" b="1" i="0">
                <a:solidFill>
                  <a:srgbClr val="FFFFFF"/>
                </a:solidFill>
              </a:defRPr>
            </a:lvl2pPr>
            <a:lvl3pPr algn="l">
              <a:defRPr sz="2550" b="1" i="0">
                <a:solidFill>
                  <a:srgbClr val="FFFFFF"/>
                </a:solidFill>
              </a:defRPr>
            </a:lvl3pPr>
            <a:lvl4pPr algn="l">
              <a:defRPr sz="2550" b="1" i="0">
                <a:solidFill>
                  <a:srgbClr val="FFFFFF"/>
                </a:solidFill>
              </a:defRPr>
            </a:lvl4pPr>
            <a:lvl5pPr algn="l">
              <a:defRPr sz="2550" b="1" i="0">
                <a:solidFill>
                  <a:srgbClr val="FFFFFF"/>
                </a:solidFill>
              </a:defRPr>
            </a:lvl5pPr>
            <a:lvl6pPr algn="l">
              <a:defRPr sz="2550" b="1" i="0">
                <a:solidFill>
                  <a:srgbClr val="FFFFFF"/>
                </a:solidFill>
              </a:defRPr>
            </a:lvl6pPr>
            <a:lvl7pPr algn="l">
              <a:defRPr sz="2550" b="1" i="0">
                <a:solidFill>
                  <a:srgbClr val="FFFFFF"/>
                </a:solidFill>
              </a:defRPr>
            </a:lvl7pPr>
            <a:lvl8pPr algn="l">
              <a:defRPr sz="2550" b="1" i="0">
                <a:solidFill>
                  <a:srgbClr val="FFFFFF"/>
                </a:solidFill>
              </a:defRPr>
            </a:lvl8pPr>
            <a:lvl9pPr algn="l"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Mode 3 · Deploy a verified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97F1E-5BBA-45F5-B529-9D1C32E1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B8CBD9"/>
                </a:solidFill>
              </a:defRPr>
            </a:defPPr>
            <a:lvl1pPr algn="l">
              <a:defRPr sz="1275" b="0" i="0">
                <a:solidFill>
                  <a:srgbClr val="B8CBD9"/>
                </a:solidFill>
              </a:defRPr>
            </a:lvl1pPr>
            <a:lvl2pPr algn="l">
              <a:defRPr sz="1275" b="0" i="0">
                <a:solidFill>
                  <a:srgbClr val="B8CBD9"/>
                </a:solidFill>
              </a:defRPr>
            </a:lvl2pPr>
            <a:lvl3pPr algn="l">
              <a:defRPr sz="1275" b="0" i="0">
                <a:solidFill>
                  <a:srgbClr val="B8CBD9"/>
                </a:solidFill>
              </a:defRPr>
            </a:lvl3pPr>
            <a:lvl4pPr algn="l">
              <a:defRPr sz="1275" b="0" i="0">
                <a:solidFill>
                  <a:srgbClr val="B8CBD9"/>
                </a:solidFill>
              </a:defRPr>
            </a:lvl4pPr>
            <a:lvl5pPr algn="l">
              <a:defRPr sz="1275" b="0" i="0">
                <a:solidFill>
                  <a:srgbClr val="B8CBD9"/>
                </a:solidFill>
              </a:defRPr>
            </a:lvl5pPr>
            <a:lvl6pPr algn="l">
              <a:defRPr sz="1275" b="0" i="0">
                <a:solidFill>
                  <a:srgbClr val="B8CBD9"/>
                </a:solidFill>
              </a:defRPr>
            </a:lvl6pPr>
            <a:lvl7pPr algn="l">
              <a:defRPr sz="1275" b="0" i="0">
                <a:solidFill>
                  <a:srgbClr val="B8CBD9"/>
                </a:solidFill>
              </a:defRPr>
            </a:lvl7pPr>
            <a:lvl8pPr algn="l">
              <a:defRPr sz="1275" b="0" i="0">
                <a:solidFill>
                  <a:srgbClr val="B8CBD9"/>
                </a:solidFill>
              </a:defRPr>
            </a:lvl8pPr>
            <a:lvl9pPr algn="l">
              <a:defRPr sz="1275" b="0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B8CBD9"/>
                </a:solidFill>
              </a:defRPr>
            </a:pPr>
            <a:r>
              <a:rPr sz="1275" b="0" i="0">
                <a:solidFill>
                  <a:srgbClr val="B8CBD9"/>
                </a:solidFill>
              </a:rPr>
              <a:t>Use this only after production.json is reviewed and merged into 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91F38-6300-48DD-8CB6-467D2766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189A90B9-DC8B-424D-B3C7-56180140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2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E7F3F8"/>
                </a:solidFill>
              </a:defRPr>
            </a:defPPr>
            <a:lvl1pPr algn="l">
              <a:defRPr sz="1200" b="0" i="0">
                <a:solidFill>
                  <a:srgbClr val="E7F3F8"/>
                </a:solidFill>
              </a:defRPr>
            </a:lvl1pPr>
            <a:lvl2pPr algn="l">
              <a:defRPr sz="1200" b="0" i="0">
                <a:solidFill>
                  <a:srgbClr val="E7F3F8"/>
                </a:solidFill>
              </a:defRPr>
            </a:lvl2pPr>
            <a:lvl3pPr algn="l">
              <a:defRPr sz="1200" b="0" i="0">
                <a:solidFill>
                  <a:srgbClr val="E7F3F8"/>
                </a:solidFill>
              </a:defRPr>
            </a:lvl3pPr>
            <a:lvl4pPr algn="l">
              <a:defRPr sz="1200" b="0" i="0">
                <a:solidFill>
                  <a:srgbClr val="E7F3F8"/>
                </a:solidFill>
              </a:defRPr>
            </a:lvl4pPr>
            <a:lvl5pPr algn="l">
              <a:defRPr sz="1200" b="0" i="0">
                <a:solidFill>
                  <a:srgbClr val="E7F3F8"/>
                </a:solidFill>
              </a:defRPr>
            </a:lvl5pPr>
            <a:lvl6pPr algn="l">
              <a:defRPr sz="1200" b="0" i="0">
                <a:solidFill>
                  <a:srgbClr val="E7F3F8"/>
                </a:solidFill>
              </a:defRPr>
            </a:lvl6pPr>
            <a:lvl7pPr algn="l">
              <a:defRPr sz="1200" b="0" i="0">
                <a:solidFill>
                  <a:srgbClr val="E7F3F8"/>
                </a:solidFill>
              </a:defRPr>
            </a:lvl7pPr>
            <a:lvl8pPr algn="l">
              <a:defRPr sz="1200" b="0" i="0">
                <a:solidFill>
                  <a:srgbClr val="E7F3F8"/>
                </a:solidFill>
              </a:defRPr>
            </a:lvl8pPr>
            <a:lvl9pPr algn="l">
              <a:defRPr sz="120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python3 deploy/setup_production.py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--deploy 89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--domain cases.enfoldindia.org \</a:t>
            </a:r>
          </a:p>
          <a:p xmlns:a="http://schemas.openxmlformats.org/drawingml/2006/main">
            <a:pPr algn="l">
              <a:defRPr sz="1200" b="0" i="0">
                <a:solidFill>
                  <a:srgbClr val="E7F3F8"/>
                </a:solidFill>
              </a:defRPr>
            </a:pPr>
            <a:r>
              <a:rPr sz="1200" b="0" i="0">
                <a:solidFill>
                  <a:srgbClr val="E7F3F8"/>
                </a:solidFill>
              </a:rPr>
              <a:t>  --email ops@example.com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1921E-3ED3-4442-BF08-804F05B0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59E0B"/>
                </a:solidFill>
              </a:defRPr>
            </a:defPPr>
            <a:lvl1pPr algn="l">
              <a:defRPr sz="1500" b="1" i="0">
                <a:solidFill>
                  <a:srgbClr val="F59E0B"/>
                </a:solidFill>
              </a:defRPr>
            </a:lvl1pPr>
            <a:lvl2pPr algn="l">
              <a:defRPr sz="1500" b="1" i="0">
                <a:solidFill>
                  <a:srgbClr val="F59E0B"/>
                </a:solidFill>
              </a:defRPr>
            </a:lvl2pPr>
            <a:lvl3pPr algn="l">
              <a:defRPr sz="1500" b="1" i="0">
                <a:solidFill>
                  <a:srgbClr val="F59E0B"/>
                </a:solidFill>
              </a:defRPr>
            </a:lvl3pPr>
            <a:lvl4pPr algn="l">
              <a:defRPr sz="1500" b="1" i="0">
                <a:solidFill>
                  <a:srgbClr val="F59E0B"/>
                </a:solidFill>
              </a:defRPr>
            </a:lvl4pPr>
            <a:lvl5pPr algn="l">
              <a:defRPr sz="1500" b="1" i="0">
                <a:solidFill>
                  <a:srgbClr val="F59E0B"/>
                </a:solidFill>
              </a:defRPr>
            </a:lvl5pPr>
            <a:lvl6pPr algn="l">
              <a:defRPr sz="1500" b="1" i="0">
                <a:solidFill>
                  <a:srgbClr val="F59E0B"/>
                </a:solidFill>
              </a:defRPr>
            </a:lvl6pPr>
            <a:lvl7pPr algn="l">
              <a:defRPr sz="1500" b="1" i="0">
                <a:solidFill>
                  <a:srgbClr val="F59E0B"/>
                </a:solidFill>
              </a:defRPr>
            </a:lvl7pPr>
            <a:lvl8pPr algn="l">
              <a:defRPr sz="1500" b="1" i="0">
                <a:solidFill>
                  <a:srgbClr val="F59E0B"/>
                </a:solidFill>
              </a:defRPr>
            </a:lvl8pPr>
            <a:lvl9pPr algn="l">
              <a:defRPr sz="15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What 89 means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B994-780D-4013-8E11-843B45A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D2DFE8"/>
                </a:solidFill>
              </a:defRPr>
            </a:defPPr>
            <a:lvl1pPr algn="l">
              <a:defRPr sz="1275" b="0" i="0">
                <a:solidFill>
                  <a:srgbClr val="D2DFE8"/>
                </a:solidFill>
              </a:defRPr>
            </a:lvl1pPr>
            <a:lvl2pPr algn="l">
              <a:defRPr sz="1275" b="0" i="0">
                <a:solidFill>
                  <a:srgbClr val="D2DFE8"/>
                </a:solidFill>
              </a:defRPr>
            </a:lvl2pPr>
            <a:lvl3pPr algn="l">
              <a:defRPr sz="1275" b="0" i="0">
                <a:solidFill>
                  <a:srgbClr val="D2DFE8"/>
                </a:solidFill>
              </a:defRPr>
            </a:lvl3pPr>
            <a:lvl4pPr algn="l">
              <a:defRPr sz="1275" b="0" i="0">
                <a:solidFill>
                  <a:srgbClr val="D2DFE8"/>
                </a:solidFill>
              </a:defRPr>
            </a:lvl4pPr>
            <a:lvl5pPr algn="l">
              <a:defRPr sz="1275" b="0" i="0">
                <a:solidFill>
                  <a:srgbClr val="D2DFE8"/>
                </a:solidFill>
              </a:defRPr>
            </a:lvl5pPr>
            <a:lvl6pPr algn="l">
              <a:defRPr sz="1275" b="0" i="0">
                <a:solidFill>
                  <a:srgbClr val="D2DFE8"/>
                </a:solidFill>
              </a:defRPr>
            </a:lvl6pPr>
            <a:lvl7pPr algn="l">
              <a:defRPr sz="1275" b="0" i="0">
                <a:solidFill>
                  <a:srgbClr val="D2DFE8"/>
                </a:solidFill>
              </a:defRPr>
            </a:lvl7pPr>
            <a:lvl8pPr algn="l">
              <a:defRPr sz="1275" b="0" i="0">
                <a:solidFill>
                  <a:srgbClr val="D2DFE8"/>
                </a:solidFill>
              </a:defRPr>
            </a:lvl8pPr>
            <a:lvl9pPr algn="l">
              <a:defRPr sz="1275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D2DFE8"/>
                </a:solidFill>
              </a:defRPr>
            </a:pPr>
            <a:r>
              <a:rPr sz="1275" b="0" i="0">
                <a:solidFill>
                  <a:srgbClr val="D2DFE8"/>
                </a:solidFill>
              </a:rPr>
              <a:t>89 is the GitHub Actions release run ID. Use the exact successful run that published the release and passed Staging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05C48-C90B-4653-A5A7-F42B3883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E84D2-0733-4DA9-BB1D-A3FB8246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</a:defRPr>
            </a:defPPr>
            <a:lvl1pPr algn="l">
              <a:defRPr sz="1500" b="1" i="0">
                <a:solidFill>
                  <a:srgbClr val="FFFFFF"/>
                </a:solidFill>
              </a:defRPr>
            </a:lvl1pPr>
            <a:lvl2pPr algn="l">
              <a:defRPr sz="1500" b="1" i="0">
                <a:solidFill>
                  <a:srgbClr val="FFFFFF"/>
                </a:solidFill>
              </a:defRPr>
            </a:lvl2pPr>
            <a:lvl3pPr algn="l">
              <a:defRPr sz="1500" b="1" i="0">
                <a:solidFill>
                  <a:srgbClr val="FFFFFF"/>
                </a:solidFill>
              </a:defRPr>
            </a:lvl3pPr>
            <a:lvl4pPr algn="l">
              <a:defRPr sz="1500" b="1" i="0">
                <a:solidFill>
                  <a:srgbClr val="FFFFFF"/>
                </a:solidFill>
              </a:defRPr>
            </a:lvl4pPr>
            <a:lvl5pPr algn="l">
              <a:defRPr sz="1500" b="1" i="0">
                <a:solidFill>
                  <a:srgbClr val="FFFFFF"/>
                </a:solidFill>
              </a:defRPr>
            </a:lvl5pPr>
            <a:lvl6pPr algn="l">
              <a:defRPr sz="1500" b="1" i="0">
                <a:solidFill>
                  <a:srgbClr val="FFFFFF"/>
                </a:solidFill>
              </a:defRPr>
            </a:lvl6pPr>
            <a:lvl7pPr algn="l">
              <a:defRPr sz="1500" b="1" i="0">
                <a:solidFill>
                  <a:srgbClr val="FFFFFF"/>
                </a:solidFill>
              </a:defRPr>
            </a:lvl7pPr>
            <a:lvl8pPr algn="l">
              <a:defRPr sz="1500" b="1" i="0">
                <a:solidFill>
                  <a:srgbClr val="FFFFFF"/>
                </a:solidFill>
              </a:defRPr>
            </a:lvl8pPr>
            <a:lvl9pPr algn="l">
              <a:defRPr sz="15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The command checks and then asks: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02020-41B6-4ECA-9B25-9289AAD3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6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D2DFE8"/>
                </a:solidFill>
              </a:defRPr>
            </a:defPPr>
            <a:lvl1pPr algn="l">
              <a:defRPr sz="1275" b="0" i="0">
                <a:solidFill>
                  <a:srgbClr val="D2DFE8"/>
                </a:solidFill>
              </a:defRPr>
            </a:lvl1pPr>
            <a:lvl2pPr algn="l">
              <a:defRPr sz="1275" b="0" i="0">
                <a:solidFill>
                  <a:srgbClr val="D2DFE8"/>
                </a:solidFill>
              </a:defRPr>
            </a:lvl2pPr>
            <a:lvl3pPr algn="l">
              <a:defRPr sz="1275" b="0" i="0">
                <a:solidFill>
                  <a:srgbClr val="D2DFE8"/>
                </a:solidFill>
              </a:defRPr>
            </a:lvl3pPr>
            <a:lvl4pPr algn="l">
              <a:defRPr sz="1275" b="0" i="0">
                <a:solidFill>
                  <a:srgbClr val="D2DFE8"/>
                </a:solidFill>
              </a:defRPr>
            </a:lvl4pPr>
            <a:lvl5pPr algn="l">
              <a:defRPr sz="1275" b="0" i="0">
                <a:solidFill>
                  <a:srgbClr val="D2DFE8"/>
                </a:solidFill>
              </a:defRPr>
            </a:lvl5pPr>
            <a:lvl6pPr algn="l">
              <a:defRPr sz="1275" b="0" i="0">
                <a:solidFill>
                  <a:srgbClr val="D2DFE8"/>
                </a:solidFill>
              </a:defRPr>
            </a:lvl6pPr>
            <a:lvl7pPr algn="l">
              <a:defRPr sz="1275" b="0" i="0">
                <a:solidFill>
                  <a:srgbClr val="D2DFE8"/>
                </a:solidFill>
              </a:defRPr>
            </a:lvl7pPr>
            <a:lvl8pPr algn="l">
              <a:defRPr sz="1275" b="0" i="0">
                <a:solidFill>
                  <a:srgbClr val="D2DFE8"/>
                </a:solidFill>
              </a:defRPr>
            </a:lvl8pPr>
            <a:lvl9pPr algn="l">
              <a:defRPr sz="1275" b="0" i="0">
                <a:solidFill>
                  <a:srgbClr val="D2DFE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D2DFE8"/>
                </a:solidFill>
              </a:defRPr>
            </a:pPr>
            <a:r>
              <a:rPr sz="1275" b="0" i="0">
                <a:solidFill>
                  <a:srgbClr val="D2DFE8"/>
                </a:solidFill>
              </a:rPr>
              <a:t>• Production target matches main</a:t>
            </a:r>
          </a:p>
          <a:p xmlns:a="http://schemas.openxmlformats.org/drawingml/2006/main">
            <a:pPr algn="l">
              <a:defRPr sz="1275" b="0" i="0">
                <a:solidFill>
                  <a:srgbClr val="D2DFE8"/>
                </a:solidFill>
              </a:defRPr>
            </a:pPr>
            <a:r>
              <a:rPr sz="1275" b="0" i="0">
                <a:solidFill>
                  <a:srgbClr val="D2DFE8"/>
                </a:solidFill>
              </a:rPr>
              <a:t>• Release provenance and Staging evidence are valid</a:t>
            </a:r>
          </a:p>
          <a:p xmlns:a="http://schemas.openxmlformats.org/drawingml/2006/main">
            <a:pPr algn="l">
              <a:defRPr sz="1275" b="0" i="0">
                <a:solidFill>
                  <a:srgbClr val="D2DFE8"/>
                </a:solidFill>
              </a:defRPr>
            </a:pPr>
            <a:r>
              <a:rPr sz="1275" b="0" i="0">
                <a:solidFill>
                  <a:srgbClr val="D2DFE8"/>
                </a:solidFill>
              </a:rPr>
              <a:t>• Dispatch Production deployment of release-run 89?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2DFE8"/>
                </a:solidFill>
              </a:defRPr>
            </a:pPr>
            <a:r>
              <a:rPr sz="1275" b="0" i="0">
                <a:solidFill>
                  <a:srgbClr val="D2DFE8"/>
                </a:solidFill>
              </a:rPr>
              <a:t>Type YES to dispatch. The configured reviewer approves the GitHub job.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7FF28-4E2A-4DE9-8453-DC4ED12C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B7CA3-9555-4F11-8A4F-7F0755E6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B8CBD9"/>
                </a:solidFill>
              </a:defRPr>
            </a:defPPr>
            <a:lvl1pPr algn="l">
              <a:defRPr sz="825" b="1" i="0">
                <a:solidFill>
                  <a:srgbClr val="B8CBD9"/>
                </a:solidFill>
              </a:defRPr>
            </a:lvl1pPr>
            <a:lvl2pPr algn="l">
              <a:defRPr sz="825" b="1" i="0">
                <a:solidFill>
                  <a:srgbClr val="B8CBD9"/>
                </a:solidFill>
              </a:defRPr>
            </a:lvl2pPr>
            <a:lvl3pPr algn="l">
              <a:defRPr sz="825" b="1" i="0">
                <a:solidFill>
                  <a:srgbClr val="B8CBD9"/>
                </a:solidFill>
              </a:defRPr>
            </a:lvl3pPr>
            <a:lvl4pPr algn="l">
              <a:defRPr sz="825" b="1" i="0">
                <a:solidFill>
                  <a:srgbClr val="B8CBD9"/>
                </a:solidFill>
              </a:defRPr>
            </a:lvl4pPr>
            <a:lvl5pPr algn="l">
              <a:defRPr sz="825" b="1" i="0">
                <a:solidFill>
                  <a:srgbClr val="B8CBD9"/>
                </a:solidFill>
              </a:defRPr>
            </a:lvl5pPr>
            <a:lvl6pPr algn="l">
              <a:defRPr sz="825" b="1" i="0">
                <a:solidFill>
                  <a:srgbClr val="B8CBD9"/>
                </a:solidFill>
              </a:defRPr>
            </a:lvl6pPr>
            <a:lvl7pPr algn="l">
              <a:defRPr sz="825" b="1" i="0">
                <a:solidFill>
                  <a:srgbClr val="B8CBD9"/>
                </a:solidFill>
              </a:defRPr>
            </a:lvl7pPr>
            <a:lvl8pPr algn="l">
              <a:defRPr sz="825" b="1" i="0">
                <a:solidFill>
                  <a:srgbClr val="B8CBD9"/>
                </a:solidFill>
              </a:defRPr>
            </a:lvl8pPr>
            <a:lvl9pPr algn="l">
              <a:defRPr sz="825" b="1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B8CBD9"/>
                </a:solidFill>
              </a:defRPr>
            </a:pPr>
            <a:r>
              <a:rPr sz="825" b="1" i="0">
                <a:solidFill>
                  <a:srgbClr val="B8CBD9"/>
                </a:solidFill>
              </a:rPr>
              <a:t>FFG Production Setup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80186-8F31-4D9C-B926-41DF78F5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B8CBD9"/>
                </a:solidFill>
              </a:defRPr>
            </a:defPPr>
            <a:lvl1pPr algn="r">
              <a:defRPr sz="825" b="1" i="0">
                <a:solidFill>
                  <a:srgbClr val="B8CBD9"/>
                </a:solidFill>
              </a:defRPr>
            </a:lvl1pPr>
            <a:lvl2pPr algn="r">
              <a:defRPr sz="825" b="1" i="0">
                <a:solidFill>
                  <a:srgbClr val="B8CBD9"/>
                </a:solidFill>
              </a:defRPr>
            </a:lvl2pPr>
            <a:lvl3pPr algn="r">
              <a:defRPr sz="825" b="1" i="0">
                <a:solidFill>
                  <a:srgbClr val="B8CBD9"/>
                </a:solidFill>
              </a:defRPr>
            </a:lvl3pPr>
            <a:lvl4pPr algn="r">
              <a:defRPr sz="825" b="1" i="0">
                <a:solidFill>
                  <a:srgbClr val="B8CBD9"/>
                </a:solidFill>
              </a:defRPr>
            </a:lvl4pPr>
            <a:lvl5pPr algn="r">
              <a:defRPr sz="825" b="1" i="0">
                <a:solidFill>
                  <a:srgbClr val="B8CBD9"/>
                </a:solidFill>
              </a:defRPr>
            </a:lvl5pPr>
            <a:lvl6pPr algn="r">
              <a:defRPr sz="825" b="1" i="0">
                <a:solidFill>
                  <a:srgbClr val="B8CBD9"/>
                </a:solidFill>
              </a:defRPr>
            </a:lvl6pPr>
            <a:lvl7pPr algn="r">
              <a:defRPr sz="825" b="1" i="0">
                <a:solidFill>
                  <a:srgbClr val="B8CBD9"/>
                </a:solidFill>
              </a:defRPr>
            </a:lvl7pPr>
            <a:lvl8pPr algn="r">
              <a:defRPr sz="825" b="1" i="0">
                <a:solidFill>
                  <a:srgbClr val="B8CBD9"/>
                </a:solidFill>
              </a:defRPr>
            </a:lvl8pPr>
            <a:lvl9pPr algn="r">
              <a:defRPr sz="825" b="1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B8CBD9"/>
                </a:solidFill>
              </a:defRPr>
            </a:pPr>
            <a:r>
              <a:rPr sz="825" b="1" i="0">
                <a:solidFill>
                  <a:srgbClr val="B8CBD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3462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3172C-CDAD-43B8-AB64-2C1DC0D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0EA5A4"/>
                </a:solidFill>
              </a:defRPr>
            </a:defPPr>
            <a:lvl1pPr algn="l">
              <a:defRPr sz="900" b="1" i="0">
                <a:solidFill>
                  <a:srgbClr val="0EA5A4"/>
                </a:solidFill>
              </a:defRPr>
            </a:lvl1pPr>
            <a:lvl2pPr algn="l">
              <a:defRPr sz="900" b="1" i="0">
                <a:solidFill>
                  <a:srgbClr val="0EA5A4"/>
                </a:solidFill>
              </a:defRPr>
            </a:lvl2pPr>
            <a:lvl3pPr algn="l">
              <a:defRPr sz="900" b="1" i="0">
                <a:solidFill>
                  <a:srgbClr val="0EA5A4"/>
                </a:solidFill>
              </a:defRPr>
            </a:lvl3pPr>
            <a:lvl4pPr algn="l">
              <a:defRPr sz="900" b="1" i="0">
                <a:solidFill>
                  <a:srgbClr val="0EA5A4"/>
                </a:solidFill>
              </a:defRPr>
            </a:lvl4pPr>
            <a:lvl5pPr algn="l">
              <a:defRPr sz="900" b="1" i="0">
                <a:solidFill>
                  <a:srgbClr val="0EA5A4"/>
                </a:solidFill>
              </a:defRPr>
            </a:lvl5pPr>
            <a:lvl6pPr algn="l">
              <a:defRPr sz="900" b="1" i="0">
                <a:solidFill>
                  <a:srgbClr val="0EA5A4"/>
                </a:solidFill>
              </a:defRPr>
            </a:lvl6pPr>
            <a:lvl7pPr algn="l">
              <a:defRPr sz="900" b="1" i="0">
                <a:solidFill>
                  <a:srgbClr val="0EA5A4"/>
                </a:solidFill>
              </a:defRPr>
            </a:lvl7pPr>
            <a:lvl8pPr algn="l">
              <a:defRPr sz="900" b="1" i="0">
                <a:solidFill>
                  <a:srgbClr val="0EA5A4"/>
                </a:solidFill>
              </a:defRPr>
            </a:lvl8pPr>
            <a:lvl9pPr algn="l">
              <a:defRPr sz="9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0EA5A4"/>
                </a:solidFill>
              </a:defRPr>
            </a:pPr>
            <a:r>
              <a:rPr sz="900" b="1" i="0">
                <a:solidFill>
                  <a:srgbClr val="0EA5A4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D8C27-F565-43EB-823E-53C3514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0B1F33"/>
                </a:solidFill>
              </a:defRPr>
            </a:defPPr>
            <a:lvl1pPr algn="l">
              <a:defRPr sz="2550" b="1" i="0">
                <a:solidFill>
                  <a:srgbClr val="0B1F33"/>
                </a:solidFill>
              </a:defRPr>
            </a:lvl1pPr>
            <a:lvl2pPr algn="l">
              <a:defRPr sz="2550" b="1" i="0">
                <a:solidFill>
                  <a:srgbClr val="0B1F33"/>
                </a:solidFill>
              </a:defRPr>
            </a:lvl2pPr>
            <a:lvl3pPr algn="l">
              <a:defRPr sz="2550" b="1" i="0">
                <a:solidFill>
                  <a:srgbClr val="0B1F33"/>
                </a:solidFill>
              </a:defRPr>
            </a:lvl3pPr>
            <a:lvl4pPr algn="l">
              <a:defRPr sz="2550" b="1" i="0">
                <a:solidFill>
                  <a:srgbClr val="0B1F33"/>
                </a:solidFill>
              </a:defRPr>
            </a:lvl4pPr>
            <a:lvl5pPr algn="l">
              <a:defRPr sz="2550" b="1" i="0">
                <a:solidFill>
                  <a:srgbClr val="0B1F33"/>
                </a:solidFill>
              </a:defRPr>
            </a:lvl5pPr>
            <a:lvl6pPr algn="l">
              <a:defRPr sz="2550" b="1" i="0">
                <a:solidFill>
                  <a:srgbClr val="0B1F33"/>
                </a:solidFill>
              </a:defRPr>
            </a:lvl6pPr>
            <a:lvl7pPr algn="l">
              <a:defRPr sz="2550" b="1" i="0">
                <a:solidFill>
                  <a:srgbClr val="0B1F33"/>
                </a:solidFill>
              </a:defRPr>
            </a:lvl7pPr>
            <a:lvl8pPr algn="l">
              <a:defRPr sz="2550" b="1" i="0">
                <a:solidFill>
                  <a:srgbClr val="0B1F33"/>
                </a:solidFill>
              </a:defRPr>
            </a:lvl8pPr>
            <a:lvl9pPr algn="l">
              <a:defRPr sz="255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F33"/>
                </a:solidFill>
              </a:defRPr>
            </a:pPr>
            <a:r>
              <a:rPr sz="2550" b="1" i="0">
                <a:solidFill>
                  <a:srgbClr val="0B1F33"/>
                </a:solidFill>
              </a:rPr>
              <a:t>Mode 4 · Create the first administrator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E3665-EAED-4089-8415-34E95C7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Run this after the first release passes remote health and HTTPS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3D57A-F742-46FF-AFCE-310A66C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04C4D27A-8249-4C1C-A428-D53EA5EE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51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E7F3F8"/>
                </a:solidFill>
              </a:defRPr>
            </a:defPPr>
            <a:lvl1pPr algn="l">
              <a:defRPr sz="1275" b="0" i="0">
                <a:solidFill>
                  <a:srgbClr val="E7F3F8"/>
                </a:solidFill>
              </a:defRPr>
            </a:lvl1pPr>
            <a:lvl2pPr algn="l">
              <a:defRPr sz="1275" b="0" i="0">
                <a:solidFill>
                  <a:srgbClr val="E7F3F8"/>
                </a:solidFill>
              </a:defRPr>
            </a:lvl2pPr>
            <a:lvl3pPr algn="l">
              <a:defRPr sz="1275" b="0" i="0">
                <a:solidFill>
                  <a:srgbClr val="E7F3F8"/>
                </a:solidFill>
              </a:defRPr>
            </a:lvl3pPr>
            <a:lvl4pPr algn="l">
              <a:defRPr sz="1275" b="0" i="0">
                <a:solidFill>
                  <a:srgbClr val="E7F3F8"/>
                </a:solidFill>
              </a:defRPr>
            </a:lvl4pPr>
            <a:lvl5pPr algn="l">
              <a:defRPr sz="1275" b="0" i="0">
                <a:solidFill>
                  <a:srgbClr val="E7F3F8"/>
                </a:solidFill>
              </a:defRPr>
            </a:lvl5pPr>
            <a:lvl6pPr algn="l">
              <a:defRPr sz="1275" b="0" i="0">
                <a:solidFill>
                  <a:srgbClr val="E7F3F8"/>
                </a:solidFill>
              </a:defRPr>
            </a:lvl6pPr>
            <a:lvl7pPr algn="l">
              <a:defRPr sz="1275" b="0" i="0">
                <a:solidFill>
                  <a:srgbClr val="E7F3F8"/>
                </a:solidFill>
              </a:defRPr>
            </a:lvl7pPr>
            <a:lvl8pPr algn="l">
              <a:defRPr sz="1275" b="0" i="0">
                <a:solidFill>
                  <a:srgbClr val="E7F3F8"/>
                </a:solidFill>
              </a:defRPr>
            </a:lvl8pPr>
            <a:lvl9pPr algn="l">
              <a:defRPr sz="1275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python3 deploy/setup_production.py \</a:t>
            </a:r>
          </a:p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  --create-admin \</a:t>
            </a:r>
          </a:p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  --domain cases.enfoldindia.org \</a:t>
            </a:r>
          </a:p>
          <a:p xmlns:a="http://schemas.openxmlformats.org/drawingml/2006/main">
            <a:pPr algn="l">
              <a:defRPr sz="1275" b="0" i="0">
                <a:solidFill>
                  <a:srgbClr val="E7F3F8"/>
                </a:solidFill>
              </a:defRPr>
            </a:pPr>
            <a:r>
              <a:rPr sz="1275" b="0" i="0">
                <a:solidFill>
                  <a:srgbClr val="E7F3F8"/>
                </a:solidFill>
              </a:rPr>
              <a:t>  --email ops@example.com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78B2C-E928-4611-B88A-006E34AD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The script asks: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9E358-D9DF-4D8A-99F2-A9832DA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Open the account creation/update tool on Production?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Type YES to continue.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ED7DB-23D0-4B6C-98B8-566FCD18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88060-3224-4568-B1E4-2663391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0B1F33"/>
                </a:solidFill>
              </a:defRPr>
            </a:defPPr>
            <a:lvl1pPr algn="l">
              <a:defRPr sz="1500" b="1" i="0">
                <a:solidFill>
                  <a:srgbClr val="0B1F33"/>
                </a:solidFill>
              </a:defRPr>
            </a:lvl1pPr>
            <a:lvl2pPr algn="l">
              <a:defRPr sz="1500" b="1" i="0">
                <a:solidFill>
                  <a:srgbClr val="0B1F33"/>
                </a:solidFill>
              </a:defRPr>
            </a:lvl2pPr>
            <a:lvl3pPr algn="l">
              <a:defRPr sz="1500" b="1" i="0">
                <a:solidFill>
                  <a:srgbClr val="0B1F33"/>
                </a:solidFill>
              </a:defRPr>
            </a:lvl3pPr>
            <a:lvl4pPr algn="l">
              <a:defRPr sz="1500" b="1" i="0">
                <a:solidFill>
                  <a:srgbClr val="0B1F33"/>
                </a:solidFill>
              </a:defRPr>
            </a:lvl4pPr>
            <a:lvl5pPr algn="l">
              <a:defRPr sz="1500" b="1" i="0">
                <a:solidFill>
                  <a:srgbClr val="0B1F33"/>
                </a:solidFill>
              </a:defRPr>
            </a:lvl5pPr>
            <a:lvl6pPr algn="l">
              <a:defRPr sz="1500" b="1" i="0">
                <a:solidFill>
                  <a:srgbClr val="0B1F33"/>
                </a:solidFill>
              </a:defRPr>
            </a:lvl6pPr>
            <a:lvl7pPr algn="l">
              <a:defRPr sz="1500" b="1" i="0">
                <a:solidFill>
                  <a:srgbClr val="0B1F33"/>
                </a:solidFill>
              </a:defRPr>
            </a:lvl7pPr>
            <a:lvl8pPr algn="l">
              <a:defRPr sz="1500" b="1" i="0">
                <a:solidFill>
                  <a:srgbClr val="0B1F33"/>
                </a:solidFill>
              </a:defRPr>
            </a:lvl8pPr>
            <a:lvl9pPr algn="l">
              <a:defRPr sz="150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The account tool then asks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F9035-E7DF-4B30-A29A-AAC4E6D1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526579"/>
                </a:solidFill>
              </a:defRPr>
            </a:defPPr>
            <a:lvl1pPr algn="l">
              <a:defRPr sz="1350" b="0" i="0">
                <a:solidFill>
                  <a:srgbClr val="526579"/>
                </a:solidFill>
              </a:defRPr>
            </a:lvl1pPr>
            <a:lvl2pPr algn="l">
              <a:defRPr sz="1350" b="0" i="0">
                <a:solidFill>
                  <a:srgbClr val="526579"/>
                </a:solidFill>
              </a:defRPr>
            </a:lvl2pPr>
            <a:lvl3pPr algn="l">
              <a:defRPr sz="1350" b="0" i="0">
                <a:solidFill>
                  <a:srgbClr val="526579"/>
                </a:solidFill>
              </a:defRPr>
            </a:lvl3pPr>
            <a:lvl4pPr algn="l">
              <a:defRPr sz="1350" b="0" i="0">
                <a:solidFill>
                  <a:srgbClr val="526579"/>
                </a:solidFill>
              </a:defRPr>
            </a:lvl4pPr>
            <a:lvl5pPr algn="l">
              <a:defRPr sz="1350" b="0" i="0">
                <a:solidFill>
                  <a:srgbClr val="526579"/>
                </a:solidFill>
              </a:defRPr>
            </a:lvl5pPr>
            <a:lvl6pPr algn="l">
              <a:defRPr sz="1350" b="0" i="0">
                <a:solidFill>
                  <a:srgbClr val="526579"/>
                </a:solidFill>
              </a:defRPr>
            </a:lvl6pPr>
            <a:lvl7pPr algn="l">
              <a:defRPr sz="1350" b="0" i="0">
                <a:solidFill>
                  <a:srgbClr val="526579"/>
                </a:solidFill>
              </a:defRPr>
            </a:lvl7pPr>
            <a:lvl8pPr algn="l">
              <a:defRPr sz="1350" b="0" i="0">
                <a:solidFill>
                  <a:srgbClr val="526579"/>
                </a:solidFill>
              </a:defRPr>
            </a:lvl8pPr>
            <a:lvl9pPr algn="l">
              <a:defRPr sz="1350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User ID</a:t>
            </a:r>
          </a:p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Email</a:t>
            </a:r>
          </a:p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Name</a:t>
            </a:r>
          </a:p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Role (use admin)</a:t>
            </a:r>
          </a:p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New password</a:t>
            </a:r>
          </a:p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Confirm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E1586-E596-482A-8FC4-E94E155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526579"/>
                </a:solidFill>
              </a:defRPr>
            </a:defPPr>
            <a:lvl1pPr algn="l">
              <a:defRPr sz="1350" b="0" i="0">
                <a:solidFill>
                  <a:srgbClr val="526579"/>
                </a:solidFill>
              </a:defRPr>
            </a:lvl1pPr>
            <a:lvl2pPr algn="l">
              <a:defRPr sz="1350" b="0" i="0">
                <a:solidFill>
                  <a:srgbClr val="526579"/>
                </a:solidFill>
              </a:defRPr>
            </a:lvl2pPr>
            <a:lvl3pPr algn="l">
              <a:defRPr sz="1350" b="0" i="0">
                <a:solidFill>
                  <a:srgbClr val="526579"/>
                </a:solidFill>
              </a:defRPr>
            </a:lvl3pPr>
            <a:lvl4pPr algn="l">
              <a:defRPr sz="1350" b="0" i="0">
                <a:solidFill>
                  <a:srgbClr val="526579"/>
                </a:solidFill>
              </a:defRPr>
            </a:lvl4pPr>
            <a:lvl5pPr algn="l">
              <a:defRPr sz="1350" b="0" i="0">
                <a:solidFill>
                  <a:srgbClr val="526579"/>
                </a:solidFill>
              </a:defRPr>
            </a:lvl5pPr>
            <a:lvl6pPr algn="l">
              <a:defRPr sz="1350" b="0" i="0">
                <a:solidFill>
                  <a:srgbClr val="526579"/>
                </a:solidFill>
              </a:defRPr>
            </a:lvl6pPr>
            <a:lvl7pPr algn="l">
              <a:defRPr sz="1350" b="0" i="0">
                <a:solidFill>
                  <a:srgbClr val="526579"/>
                </a:solidFill>
              </a:defRPr>
            </a:lvl7pPr>
            <a:lvl8pPr algn="l">
              <a:defRPr sz="1350" b="0" i="0">
                <a:solidFill>
                  <a:srgbClr val="526579"/>
                </a:solidFill>
              </a:defRPr>
            </a:lvl8pPr>
            <a:lvl9pPr algn="l">
              <a:defRPr sz="1350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26579"/>
                </a:solidFill>
              </a:defRPr>
            </a:pPr>
            <a:r>
              <a:rPr sz="1350" b="0" i="0">
                <a:solidFill>
                  <a:srgbClr val="526579"/>
                </a:solidFill>
              </a:rPr>
              <a:t>Password must be 12–72 UTF-8 bytes. The tool saves the account through SSM and keeps Production credentials off the laptop command 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A7972-8978-47D4-B2D9-A3FAB281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72BBB-872E-42B4-BC3A-76DF7F51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526579"/>
                </a:solidFill>
              </a:defRPr>
            </a:defPPr>
            <a:lvl1pPr algn="l">
              <a:defRPr sz="825" b="1" i="0">
                <a:solidFill>
                  <a:srgbClr val="526579"/>
                </a:solidFill>
              </a:defRPr>
            </a:lvl1pPr>
            <a:lvl2pPr algn="l">
              <a:defRPr sz="825" b="1" i="0">
                <a:solidFill>
                  <a:srgbClr val="526579"/>
                </a:solidFill>
              </a:defRPr>
            </a:lvl2pPr>
            <a:lvl3pPr algn="l">
              <a:defRPr sz="825" b="1" i="0">
                <a:solidFill>
                  <a:srgbClr val="526579"/>
                </a:solidFill>
              </a:defRPr>
            </a:lvl3pPr>
            <a:lvl4pPr algn="l">
              <a:defRPr sz="825" b="1" i="0">
                <a:solidFill>
                  <a:srgbClr val="526579"/>
                </a:solidFill>
              </a:defRPr>
            </a:lvl4pPr>
            <a:lvl5pPr algn="l">
              <a:defRPr sz="825" b="1" i="0">
                <a:solidFill>
                  <a:srgbClr val="526579"/>
                </a:solidFill>
              </a:defRPr>
            </a:lvl5pPr>
            <a:lvl6pPr algn="l">
              <a:defRPr sz="825" b="1" i="0">
                <a:solidFill>
                  <a:srgbClr val="526579"/>
                </a:solidFill>
              </a:defRPr>
            </a:lvl6pPr>
            <a:lvl7pPr algn="l">
              <a:defRPr sz="825" b="1" i="0">
                <a:solidFill>
                  <a:srgbClr val="526579"/>
                </a:solidFill>
              </a:defRPr>
            </a:lvl7pPr>
            <a:lvl8pPr algn="l">
              <a:defRPr sz="825" b="1" i="0">
                <a:solidFill>
                  <a:srgbClr val="526579"/>
                </a:solidFill>
              </a:defRPr>
            </a:lvl8pPr>
            <a:lvl9pPr algn="l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FFG Production Setup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E4D69-8447-4955-AA2D-2207DE55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526579"/>
                </a:solidFill>
              </a:defRPr>
            </a:defPPr>
            <a:lvl1pPr algn="r">
              <a:defRPr sz="825" b="1" i="0">
                <a:solidFill>
                  <a:srgbClr val="526579"/>
                </a:solidFill>
              </a:defRPr>
            </a:lvl1pPr>
            <a:lvl2pPr algn="r">
              <a:defRPr sz="825" b="1" i="0">
                <a:solidFill>
                  <a:srgbClr val="526579"/>
                </a:solidFill>
              </a:defRPr>
            </a:lvl2pPr>
            <a:lvl3pPr algn="r">
              <a:defRPr sz="825" b="1" i="0">
                <a:solidFill>
                  <a:srgbClr val="526579"/>
                </a:solidFill>
              </a:defRPr>
            </a:lvl3pPr>
            <a:lvl4pPr algn="r">
              <a:defRPr sz="825" b="1" i="0">
                <a:solidFill>
                  <a:srgbClr val="526579"/>
                </a:solidFill>
              </a:defRPr>
            </a:lvl4pPr>
            <a:lvl5pPr algn="r">
              <a:defRPr sz="825" b="1" i="0">
                <a:solidFill>
                  <a:srgbClr val="526579"/>
                </a:solidFill>
              </a:defRPr>
            </a:lvl5pPr>
            <a:lvl6pPr algn="r">
              <a:defRPr sz="825" b="1" i="0">
                <a:solidFill>
                  <a:srgbClr val="526579"/>
                </a:solidFill>
              </a:defRPr>
            </a:lvl6pPr>
            <a:lvl7pPr algn="r">
              <a:defRPr sz="825" b="1" i="0">
                <a:solidFill>
                  <a:srgbClr val="526579"/>
                </a:solidFill>
              </a:defRPr>
            </a:lvl7pPr>
            <a:lvl8pPr algn="r">
              <a:defRPr sz="825" b="1" i="0">
                <a:solidFill>
                  <a:srgbClr val="526579"/>
                </a:solidFill>
              </a:defRPr>
            </a:lvl8pPr>
            <a:lvl9pPr algn="r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9641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B3692-9828-403A-BFB5-DFD72062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0EA5A4"/>
                </a:solidFill>
              </a:defRPr>
            </a:defPPr>
            <a:lvl1pPr algn="l">
              <a:defRPr sz="900" b="1" i="0">
                <a:solidFill>
                  <a:srgbClr val="0EA5A4"/>
                </a:solidFill>
              </a:defRPr>
            </a:lvl1pPr>
            <a:lvl2pPr algn="l">
              <a:defRPr sz="900" b="1" i="0">
                <a:solidFill>
                  <a:srgbClr val="0EA5A4"/>
                </a:solidFill>
              </a:defRPr>
            </a:lvl2pPr>
            <a:lvl3pPr algn="l">
              <a:defRPr sz="900" b="1" i="0">
                <a:solidFill>
                  <a:srgbClr val="0EA5A4"/>
                </a:solidFill>
              </a:defRPr>
            </a:lvl3pPr>
            <a:lvl4pPr algn="l">
              <a:defRPr sz="900" b="1" i="0">
                <a:solidFill>
                  <a:srgbClr val="0EA5A4"/>
                </a:solidFill>
              </a:defRPr>
            </a:lvl4pPr>
            <a:lvl5pPr algn="l">
              <a:defRPr sz="900" b="1" i="0">
                <a:solidFill>
                  <a:srgbClr val="0EA5A4"/>
                </a:solidFill>
              </a:defRPr>
            </a:lvl5pPr>
            <a:lvl6pPr algn="l">
              <a:defRPr sz="900" b="1" i="0">
                <a:solidFill>
                  <a:srgbClr val="0EA5A4"/>
                </a:solidFill>
              </a:defRPr>
            </a:lvl6pPr>
            <a:lvl7pPr algn="l">
              <a:defRPr sz="900" b="1" i="0">
                <a:solidFill>
                  <a:srgbClr val="0EA5A4"/>
                </a:solidFill>
              </a:defRPr>
            </a:lvl7pPr>
            <a:lvl8pPr algn="l">
              <a:defRPr sz="900" b="1" i="0">
                <a:solidFill>
                  <a:srgbClr val="0EA5A4"/>
                </a:solidFill>
              </a:defRPr>
            </a:lvl8pPr>
            <a:lvl9pPr algn="l">
              <a:defRPr sz="9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0EA5A4"/>
                </a:solidFill>
              </a:defRPr>
            </a:pPr>
            <a:r>
              <a:rPr sz="900" b="1" i="0">
                <a:solidFill>
                  <a:srgbClr val="0EA5A4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53F5F-B1AF-4562-BF91-2AF3EFEF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0B1F33"/>
                </a:solidFill>
              </a:defRPr>
            </a:defPPr>
            <a:lvl1pPr algn="l">
              <a:defRPr sz="2550" b="1" i="0">
                <a:solidFill>
                  <a:srgbClr val="0B1F33"/>
                </a:solidFill>
              </a:defRPr>
            </a:lvl1pPr>
            <a:lvl2pPr algn="l">
              <a:defRPr sz="2550" b="1" i="0">
                <a:solidFill>
                  <a:srgbClr val="0B1F33"/>
                </a:solidFill>
              </a:defRPr>
            </a:lvl2pPr>
            <a:lvl3pPr algn="l">
              <a:defRPr sz="2550" b="1" i="0">
                <a:solidFill>
                  <a:srgbClr val="0B1F33"/>
                </a:solidFill>
              </a:defRPr>
            </a:lvl3pPr>
            <a:lvl4pPr algn="l">
              <a:defRPr sz="2550" b="1" i="0">
                <a:solidFill>
                  <a:srgbClr val="0B1F33"/>
                </a:solidFill>
              </a:defRPr>
            </a:lvl4pPr>
            <a:lvl5pPr algn="l">
              <a:defRPr sz="2550" b="1" i="0">
                <a:solidFill>
                  <a:srgbClr val="0B1F33"/>
                </a:solidFill>
              </a:defRPr>
            </a:lvl5pPr>
            <a:lvl6pPr algn="l">
              <a:defRPr sz="2550" b="1" i="0">
                <a:solidFill>
                  <a:srgbClr val="0B1F33"/>
                </a:solidFill>
              </a:defRPr>
            </a:lvl6pPr>
            <a:lvl7pPr algn="l">
              <a:defRPr sz="2550" b="1" i="0">
                <a:solidFill>
                  <a:srgbClr val="0B1F33"/>
                </a:solidFill>
              </a:defRPr>
            </a:lvl7pPr>
            <a:lvl8pPr algn="l">
              <a:defRPr sz="2550" b="1" i="0">
                <a:solidFill>
                  <a:srgbClr val="0B1F33"/>
                </a:solidFill>
              </a:defRPr>
            </a:lvl8pPr>
            <a:lvl9pPr algn="l">
              <a:defRPr sz="2550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F33"/>
                </a:solidFill>
              </a:defRPr>
            </a:pPr>
            <a:r>
              <a:rPr sz="2550" b="1" i="0">
                <a:solidFill>
                  <a:srgbClr val="0B1F33"/>
                </a:solidFill>
              </a:rPr>
              <a:t>What the client must provide and approve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46665-140C-4C59-8B88-79247EB7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26579"/>
                </a:solidFill>
              </a:defRPr>
            </a:defPPr>
            <a:lvl1pPr algn="l">
              <a:defRPr sz="1275" b="0" i="0">
                <a:solidFill>
                  <a:srgbClr val="526579"/>
                </a:solidFill>
              </a:defRPr>
            </a:lvl1pPr>
            <a:lvl2pPr algn="l">
              <a:defRPr sz="1275" b="0" i="0">
                <a:solidFill>
                  <a:srgbClr val="526579"/>
                </a:solidFill>
              </a:defRPr>
            </a:lvl2pPr>
            <a:lvl3pPr algn="l">
              <a:defRPr sz="1275" b="0" i="0">
                <a:solidFill>
                  <a:srgbClr val="526579"/>
                </a:solidFill>
              </a:defRPr>
            </a:lvl3pPr>
            <a:lvl4pPr algn="l">
              <a:defRPr sz="1275" b="0" i="0">
                <a:solidFill>
                  <a:srgbClr val="526579"/>
                </a:solidFill>
              </a:defRPr>
            </a:lvl4pPr>
            <a:lvl5pPr algn="l">
              <a:defRPr sz="1275" b="0" i="0">
                <a:solidFill>
                  <a:srgbClr val="526579"/>
                </a:solidFill>
              </a:defRPr>
            </a:lvl5pPr>
            <a:lvl6pPr algn="l">
              <a:defRPr sz="1275" b="0" i="0">
                <a:solidFill>
                  <a:srgbClr val="526579"/>
                </a:solidFill>
              </a:defRPr>
            </a:lvl6pPr>
            <a:lvl7pPr algn="l">
              <a:defRPr sz="1275" b="0" i="0">
                <a:solidFill>
                  <a:srgbClr val="526579"/>
                </a:solidFill>
              </a:defRPr>
            </a:lvl7pPr>
            <a:lvl8pPr algn="l">
              <a:defRPr sz="1275" b="0" i="0">
                <a:solidFill>
                  <a:srgbClr val="526579"/>
                </a:solidFill>
              </a:defRPr>
            </a:lvl8pPr>
            <a:lvl9pPr algn="l">
              <a:defRPr sz="127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26579"/>
                </a:solidFill>
              </a:defRPr>
            </a:pPr>
            <a:r>
              <a:rPr sz="1275" b="0" i="0">
                <a:solidFill>
                  <a:srgbClr val="526579"/>
                </a:solidFill>
              </a:rPr>
              <a:t>Some items belong to the client or the GitHub and DNS administrators. They are not script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B38EF-10B1-45DA-85E1-694A273A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F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6FEE9-A1C5-4B59-BCCB-8432517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0EA5A4"/>
                </a:solidFill>
              </a:defRPr>
            </a:defPPr>
            <a:lvl1pPr algn="ctr">
              <a:defRPr sz="1200" b="1" i="0">
                <a:solidFill>
                  <a:srgbClr val="0EA5A4"/>
                </a:solidFill>
              </a:defRPr>
            </a:lvl1pPr>
            <a:lvl2pPr algn="ctr">
              <a:defRPr sz="1200" b="1" i="0">
                <a:solidFill>
                  <a:srgbClr val="0EA5A4"/>
                </a:solidFill>
              </a:defRPr>
            </a:lvl2pPr>
            <a:lvl3pPr algn="ctr">
              <a:defRPr sz="1200" b="1" i="0">
                <a:solidFill>
                  <a:srgbClr val="0EA5A4"/>
                </a:solidFill>
              </a:defRPr>
            </a:lvl3pPr>
            <a:lvl4pPr algn="ctr">
              <a:defRPr sz="1200" b="1" i="0">
                <a:solidFill>
                  <a:srgbClr val="0EA5A4"/>
                </a:solidFill>
              </a:defRPr>
            </a:lvl4pPr>
            <a:lvl5pPr algn="ctr">
              <a:defRPr sz="1200" b="1" i="0">
                <a:solidFill>
                  <a:srgbClr val="0EA5A4"/>
                </a:solidFill>
              </a:defRPr>
            </a:lvl5pPr>
            <a:lvl6pPr algn="ctr">
              <a:defRPr sz="1200" b="1" i="0">
                <a:solidFill>
                  <a:srgbClr val="0EA5A4"/>
                </a:solidFill>
              </a:defRPr>
            </a:lvl6pPr>
            <a:lvl7pPr algn="ctr">
              <a:defRPr sz="1200" b="1" i="0">
                <a:solidFill>
                  <a:srgbClr val="0EA5A4"/>
                </a:solidFill>
              </a:defRPr>
            </a:lvl7pPr>
            <a:lvl8pPr algn="ctr">
              <a:defRPr sz="1200" b="1" i="0">
                <a:solidFill>
                  <a:srgbClr val="0EA5A4"/>
                </a:solidFill>
              </a:defRPr>
            </a:lvl8pPr>
            <a:lvl9pPr algn="ctr">
              <a:defRPr sz="1200" b="1" i="0">
                <a:solidFill>
                  <a:srgbClr val="0EA5A4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0EA5A4"/>
                </a:solidFill>
              </a:defRPr>
            </a:pPr>
            <a:r>
              <a:rPr sz="1200" b="1" i="0">
                <a:solidFill>
                  <a:srgbClr val="0EA5A4"/>
                </a:solidFill>
              </a:rPr>
              <a:t>Provide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817D6-C9A8-42B6-9B45-6859408D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429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1AC6B-8E98-458E-8A73-0EE26D72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C2410C"/>
                </a:solidFill>
              </a:defRPr>
            </a:defPPr>
            <a:lvl1pPr algn="ctr">
              <a:defRPr sz="1200" b="1" i="0">
                <a:solidFill>
                  <a:srgbClr val="C2410C"/>
                </a:solidFill>
              </a:defRPr>
            </a:lvl1pPr>
            <a:lvl2pPr algn="ctr">
              <a:defRPr sz="1200" b="1" i="0">
                <a:solidFill>
                  <a:srgbClr val="C2410C"/>
                </a:solidFill>
              </a:defRPr>
            </a:lvl2pPr>
            <a:lvl3pPr algn="ctr">
              <a:defRPr sz="1200" b="1" i="0">
                <a:solidFill>
                  <a:srgbClr val="C2410C"/>
                </a:solidFill>
              </a:defRPr>
            </a:lvl3pPr>
            <a:lvl4pPr algn="ctr">
              <a:defRPr sz="1200" b="1" i="0">
                <a:solidFill>
                  <a:srgbClr val="C2410C"/>
                </a:solidFill>
              </a:defRPr>
            </a:lvl4pPr>
            <a:lvl5pPr algn="ctr">
              <a:defRPr sz="1200" b="1" i="0">
                <a:solidFill>
                  <a:srgbClr val="C2410C"/>
                </a:solidFill>
              </a:defRPr>
            </a:lvl5pPr>
            <a:lvl6pPr algn="ctr">
              <a:defRPr sz="1200" b="1" i="0">
                <a:solidFill>
                  <a:srgbClr val="C2410C"/>
                </a:solidFill>
              </a:defRPr>
            </a:lvl6pPr>
            <a:lvl7pPr algn="ctr">
              <a:defRPr sz="1200" b="1" i="0">
                <a:solidFill>
                  <a:srgbClr val="C2410C"/>
                </a:solidFill>
              </a:defRPr>
            </a:lvl7pPr>
            <a:lvl8pPr algn="ctr">
              <a:defRPr sz="1200" b="1" i="0">
                <a:solidFill>
                  <a:srgbClr val="C2410C"/>
                </a:solidFill>
              </a:defRPr>
            </a:lvl8pPr>
            <a:lvl9pPr algn="ctr">
              <a:defRPr sz="1200" b="1" i="0">
                <a:solidFill>
                  <a:srgbClr val="C2410C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C2410C"/>
                </a:solidFill>
              </a:defRPr>
            </a:pPr>
            <a:r>
              <a:rPr sz="1200" b="1" i="0">
                <a:solidFill>
                  <a:srgbClr val="C2410C"/>
                </a:solidFill>
              </a:rPr>
              <a:t>Approve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7E455-1F59-4AE1-A36F-D33EE3D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14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C5824-E431-4F2E-9713-18F7684C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C2410C"/>
                </a:solidFill>
              </a:defRPr>
            </a:defPPr>
            <a:lvl1pPr algn="ctr">
              <a:defRPr sz="1200" b="1" i="0">
                <a:solidFill>
                  <a:srgbClr val="C2410C"/>
                </a:solidFill>
              </a:defRPr>
            </a:lvl1pPr>
            <a:lvl2pPr algn="ctr">
              <a:defRPr sz="1200" b="1" i="0">
                <a:solidFill>
                  <a:srgbClr val="C2410C"/>
                </a:solidFill>
              </a:defRPr>
            </a:lvl2pPr>
            <a:lvl3pPr algn="ctr">
              <a:defRPr sz="1200" b="1" i="0">
                <a:solidFill>
                  <a:srgbClr val="C2410C"/>
                </a:solidFill>
              </a:defRPr>
            </a:lvl3pPr>
            <a:lvl4pPr algn="ctr">
              <a:defRPr sz="1200" b="1" i="0">
                <a:solidFill>
                  <a:srgbClr val="C2410C"/>
                </a:solidFill>
              </a:defRPr>
            </a:lvl4pPr>
            <a:lvl5pPr algn="ctr">
              <a:defRPr sz="1200" b="1" i="0">
                <a:solidFill>
                  <a:srgbClr val="C2410C"/>
                </a:solidFill>
              </a:defRPr>
            </a:lvl5pPr>
            <a:lvl6pPr algn="ctr">
              <a:defRPr sz="1200" b="1" i="0">
                <a:solidFill>
                  <a:srgbClr val="C2410C"/>
                </a:solidFill>
              </a:defRPr>
            </a:lvl6pPr>
            <a:lvl7pPr algn="ctr">
              <a:defRPr sz="1200" b="1" i="0">
                <a:solidFill>
                  <a:srgbClr val="C2410C"/>
                </a:solidFill>
              </a:defRPr>
            </a:lvl7pPr>
            <a:lvl8pPr algn="ctr">
              <a:defRPr sz="1200" b="1" i="0">
                <a:solidFill>
                  <a:srgbClr val="C2410C"/>
                </a:solidFill>
              </a:defRPr>
            </a:lvl8pPr>
            <a:lvl9pPr algn="ctr">
              <a:defRPr sz="1200" b="1" i="0">
                <a:solidFill>
                  <a:srgbClr val="C2410C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C2410C"/>
                </a:solidFill>
              </a:defRPr>
            </a:pPr>
            <a:r>
              <a:rPr sz="1200" b="1" i="0">
                <a:solidFill>
                  <a:srgbClr val="C2410C"/>
                </a:solidFill>
              </a:rPr>
              <a:t>Complete after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60FC6-8C9D-4838-8FB7-202A5AC4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Production hostname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8E87C-D394-4354-8BC4-89C02DC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CloudFormation change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0C3F5-B361-4F73-978B-85D977F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Admin login and case 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B0C86-5038-4054-B58F-FC9734A4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2C19F-B00F-417A-AB86-3312D906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Certificate email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F2A8A-9E60-4F70-94E6-41410C6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First GitHub Production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0B862-93C3-45C0-80C4-3E68519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Field-officer access and pins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C449B-1492-4789-BED5-510B2ED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95001-3FE4-4021-9935-58E84BC9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DNS administrator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16E39-85B5-4626-92D0-C6948DC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862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Production reviewer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5FB60-BD5A-4E61-9F12-311F440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Scraper logs and health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4E698-BA7C-4158-8B64-752C6CC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936E8-8880-4FCF-8B1D-011093CC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GHCR read-only credential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A147B-173B-4534-9243-5BB0718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Monthly schedule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EA8C7-7167-4D77-9535-B4AB4A9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526579"/>
                </a:solidFill>
              </a:defRPr>
            </a:defPPr>
            <a:lvl1pPr algn="ctr">
              <a:defRPr sz="1125" b="0" i="0">
                <a:solidFill>
                  <a:srgbClr val="526579"/>
                </a:solidFill>
              </a:defRPr>
            </a:lvl1pPr>
            <a:lvl2pPr algn="ctr">
              <a:defRPr sz="1125" b="0" i="0">
                <a:solidFill>
                  <a:srgbClr val="526579"/>
                </a:solidFill>
              </a:defRPr>
            </a:lvl2pPr>
            <a:lvl3pPr algn="ctr">
              <a:defRPr sz="1125" b="0" i="0">
                <a:solidFill>
                  <a:srgbClr val="526579"/>
                </a:solidFill>
              </a:defRPr>
            </a:lvl3pPr>
            <a:lvl4pPr algn="ctr">
              <a:defRPr sz="1125" b="0" i="0">
                <a:solidFill>
                  <a:srgbClr val="526579"/>
                </a:solidFill>
              </a:defRPr>
            </a:lvl4pPr>
            <a:lvl5pPr algn="ctr">
              <a:defRPr sz="1125" b="0" i="0">
                <a:solidFill>
                  <a:srgbClr val="526579"/>
                </a:solidFill>
              </a:defRPr>
            </a:lvl5pPr>
            <a:lvl6pPr algn="ctr">
              <a:defRPr sz="1125" b="0" i="0">
                <a:solidFill>
                  <a:srgbClr val="526579"/>
                </a:solidFill>
              </a:defRPr>
            </a:lvl6pPr>
            <a:lvl7pPr algn="ctr">
              <a:defRPr sz="1125" b="0" i="0">
                <a:solidFill>
                  <a:srgbClr val="526579"/>
                </a:solidFill>
              </a:defRPr>
            </a:lvl7pPr>
            <a:lvl8pPr algn="ctr">
              <a:defRPr sz="1125" b="0" i="0">
                <a:solidFill>
                  <a:srgbClr val="526579"/>
                </a:solidFill>
              </a:defRPr>
            </a:lvl8pPr>
            <a:lvl9pPr algn="ctr">
              <a:defRPr sz="1125" b="0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26579"/>
                </a:solidFill>
              </a:defRPr>
            </a:pPr>
            <a:r>
              <a:rPr sz="1125" b="0" i="0">
                <a:solidFill>
                  <a:srgbClr val="526579"/>
                </a:solidFill>
              </a:rPr>
              <a:t>Enable monthly scan after acceptance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ABAB6-2E66-47FC-8475-6C79148A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935AF-B475-46E6-A7E9-D319EB4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BFD02A-D85A-40C4-A96F-97B3EB2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  <a:lvl1pPr algn="ctr">
              <a:defRPr sz="1125" b="1" i="0">
                <a:solidFill>
                  <a:srgbClr val="FFFFFF"/>
                </a:solidFill>
              </a:defRPr>
            </a:lvl1pPr>
            <a:lvl2pPr algn="ctr">
              <a:defRPr sz="1125" b="1" i="0">
                <a:solidFill>
                  <a:srgbClr val="FFFFFF"/>
                </a:solidFill>
              </a:defRPr>
            </a:lvl2pPr>
            <a:lvl3pPr algn="ctr">
              <a:defRPr sz="1125" b="1" i="0">
                <a:solidFill>
                  <a:srgbClr val="FFFFFF"/>
                </a:solidFill>
              </a:defRPr>
            </a:lvl3pPr>
            <a:lvl4pPr algn="ctr">
              <a:defRPr sz="1125" b="1" i="0">
                <a:solidFill>
                  <a:srgbClr val="FFFFFF"/>
                </a:solidFill>
              </a:defRPr>
            </a:lvl4pPr>
            <a:lvl5pPr algn="ctr">
              <a:defRPr sz="1125" b="1" i="0">
                <a:solidFill>
                  <a:srgbClr val="FFFFFF"/>
                </a:solidFill>
              </a:defRPr>
            </a:lvl5pPr>
            <a:lvl6pPr algn="ctr">
              <a:defRPr sz="1125" b="1" i="0">
                <a:solidFill>
                  <a:srgbClr val="FFFFFF"/>
                </a:solidFill>
              </a:defRPr>
            </a:lvl6pPr>
            <a:lvl7pPr algn="ctr">
              <a:defRPr sz="1125" b="1" i="0">
                <a:solidFill>
                  <a:srgbClr val="FFFFFF"/>
                </a:solidFill>
              </a:defRPr>
            </a:lvl7pPr>
            <a:lvl8pPr algn="ctr">
              <a:defRPr sz="1125" b="1" i="0">
                <a:solidFill>
                  <a:srgbClr val="FFFFFF"/>
                </a:solidFill>
              </a:defRPr>
            </a:lvl8pPr>
            <a:lvl9pPr algn="ctr">
              <a:defRPr sz="11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No client data or Staging database is copied to Production.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B0BBE-E487-44E1-BC93-6E34E987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F0FC16-05B5-4F77-9B2A-FD7B1B35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526579"/>
                </a:solidFill>
              </a:defRPr>
            </a:defPPr>
            <a:lvl1pPr algn="l">
              <a:defRPr sz="825" b="1" i="0">
                <a:solidFill>
                  <a:srgbClr val="526579"/>
                </a:solidFill>
              </a:defRPr>
            </a:lvl1pPr>
            <a:lvl2pPr algn="l">
              <a:defRPr sz="825" b="1" i="0">
                <a:solidFill>
                  <a:srgbClr val="526579"/>
                </a:solidFill>
              </a:defRPr>
            </a:lvl2pPr>
            <a:lvl3pPr algn="l">
              <a:defRPr sz="825" b="1" i="0">
                <a:solidFill>
                  <a:srgbClr val="526579"/>
                </a:solidFill>
              </a:defRPr>
            </a:lvl3pPr>
            <a:lvl4pPr algn="l">
              <a:defRPr sz="825" b="1" i="0">
                <a:solidFill>
                  <a:srgbClr val="526579"/>
                </a:solidFill>
              </a:defRPr>
            </a:lvl4pPr>
            <a:lvl5pPr algn="l">
              <a:defRPr sz="825" b="1" i="0">
                <a:solidFill>
                  <a:srgbClr val="526579"/>
                </a:solidFill>
              </a:defRPr>
            </a:lvl5pPr>
            <a:lvl6pPr algn="l">
              <a:defRPr sz="825" b="1" i="0">
                <a:solidFill>
                  <a:srgbClr val="526579"/>
                </a:solidFill>
              </a:defRPr>
            </a:lvl6pPr>
            <a:lvl7pPr algn="l">
              <a:defRPr sz="825" b="1" i="0">
                <a:solidFill>
                  <a:srgbClr val="526579"/>
                </a:solidFill>
              </a:defRPr>
            </a:lvl7pPr>
            <a:lvl8pPr algn="l">
              <a:defRPr sz="825" b="1" i="0">
                <a:solidFill>
                  <a:srgbClr val="526579"/>
                </a:solidFill>
              </a:defRPr>
            </a:lvl8pPr>
            <a:lvl9pPr algn="l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FFG Production Setup Guide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273B8-C03F-4284-A629-BEA9A2B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526579"/>
                </a:solidFill>
              </a:defRPr>
            </a:defPPr>
            <a:lvl1pPr algn="r">
              <a:defRPr sz="825" b="1" i="0">
                <a:solidFill>
                  <a:srgbClr val="526579"/>
                </a:solidFill>
              </a:defRPr>
            </a:lvl1pPr>
            <a:lvl2pPr algn="r">
              <a:defRPr sz="825" b="1" i="0">
                <a:solidFill>
                  <a:srgbClr val="526579"/>
                </a:solidFill>
              </a:defRPr>
            </a:lvl2pPr>
            <a:lvl3pPr algn="r">
              <a:defRPr sz="825" b="1" i="0">
                <a:solidFill>
                  <a:srgbClr val="526579"/>
                </a:solidFill>
              </a:defRPr>
            </a:lvl3pPr>
            <a:lvl4pPr algn="r">
              <a:defRPr sz="825" b="1" i="0">
                <a:solidFill>
                  <a:srgbClr val="526579"/>
                </a:solidFill>
              </a:defRPr>
            </a:lvl4pPr>
            <a:lvl5pPr algn="r">
              <a:defRPr sz="825" b="1" i="0">
                <a:solidFill>
                  <a:srgbClr val="526579"/>
                </a:solidFill>
              </a:defRPr>
            </a:lvl5pPr>
            <a:lvl6pPr algn="r">
              <a:defRPr sz="825" b="1" i="0">
                <a:solidFill>
                  <a:srgbClr val="526579"/>
                </a:solidFill>
              </a:defRPr>
            </a:lvl6pPr>
            <a:lvl7pPr algn="r">
              <a:defRPr sz="825" b="1" i="0">
                <a:solidFill>
                  <a:srgbClr val="526579"/>
                </a:solidFill>
              </a:defRPr>
            </a:lvl7pPr>
            <a:lvl8pPr algn="r">
              <a:defRPr sz="825" b="1" i="0">
                <a:solidFill>
                  <a:srgbClr val="526579"/>
                </a:solidFill>
              </a:defRPr>
            </a:lvl8pPr>
            <a:lvl9pPr algn="r">
              <a:defRPr sz="825" b="1" i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26579"/>
                </a:solidFill>
              </a:defRPr>
            </a:pPr>
            <a:r>
              <a:rPr sz="825" b="1" i="0">
                <a:solidFill>
                  <a:srgbClr val="5265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1250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B181C-E6FC-4458-9F46-A546CAF8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F59E0B"/>
                </a:solidFill>
              </a:defRPr>
            </a:defPPr>
            <a:lvl1pPr algn="l">
              <a:defRPr sz="900" b="1" i="0">
                <a:solidFill>
                  <a:srgbClr val="F59E0B"/>
                </a:solidFill>
              </a:defRPr>
            </a:lvl1pPr>
            <a:lvl2pPr algn="l">
              <a:defRPr sz="900" b="1" i="0">
                <a:solidFill>
                  <a:srgbClr val="F59E0B"/>
                </a:solidFill>
              </a:defRPr>
            </a:lvl2pPr>
            <a:lvl3pPr algn="l">
              <a:defRPr sz="900" b="1" i="0">
                <a:solidFill>
                  <a:srgbClr val="F59E0B"/>
                </a:solidFill>
              </a:defRPr>
            </a:lvl3pPr>
            <a:lvl4pPr algn="l">
              <a:defRPr sz="900" b="1" i="0">
                <a:solidFill>
                  <a:srgbClr val="F59E0B"/>
                </a:solidFill>
              </a:defRPr>
            </a:lvl4pPr>
            <a:lvl5pPr algn="l">
              <a:defRPr sz="900" b="1" i="0">
                <a:solidFill>
                  <a:srgbClr val="F59E0B"/>
                </a:solidFill>
              </a:defRPr>
            </a:lvl5pPr>
            <a:lvl6pPr algn="l">
              <a:defRPr sz="900" b="1" i="0">
                <a:solidFill>
                  <a:srgbClr val="F59E0B"/>
                </a:solidFill>
              </a:defRPr>
            </a:lvl6pPr>
            <a:lvl7pPr algn="l">
              <a:defRPr sz="900" b="1" i="0">
                <a:solidFill>
                  <a:srgbClr val="F59E0B"/>
                </a:solidFill>
              </a:defRPr>
            </a:lvl7pPr>
            <a:lvl8pPr algn="l">
              <a:defRPr sz="900" b="1" i="0">
                <a:solidFill>
                  <a:srgbClr val="F59E0B"/>
                </a:solidFill>
              </a:defRPr>
            </a:lvl8pPr>
            <a:lvl9pPr algn="l">
              <a:defRPr sz="9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CLIENT HANDOVER · PRODUCTION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8E0F6-DB76-4A2D-B6A7-CE31FCB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defRPr sz="2550" b="1" i="0">
                <a:solidFill>
                  <a:srgbClr val="FFFFFF"/>
                </a:solidFill>
              </a:defRPr>
            </a:lvl1pPr>
            <a:lvl2pPr algn="l">
              <a:defRPr sz="2550" b="1" i="0">
                <a:solidFill>
                  <a:srgbClr val="FFFFFF"/>
                </a:solidFill>
              </a:defRPr>
            </a:lvl2pPr>
            <a:lvl3pPr algn="l">
              <a:defRPr sz="2550" b="1" i="0">
                <a:solidFill>
                  <a:srgbClr val="FFFFFF"/>
                </a:solidFill>
              </a:defRPr>
            </a:lvl3pPr>
            <a:lvl4pPr algn="l">
              <a:defRPr sz="2550" b="1" i="0">
                <a:solidFill>
                  <a:srgbClr val="FFFFFF"/>
                </a:solidFill>
              </a:defRPr>
            </a:lvl4pPr>
            <a:lvl5pPr algn="l">
              <a:defRPr sz="2550" b="1" i="0">
                <a:solidFill>
                  <a:srgbClr val="FFFFFF"/>
                </a:solidFill>
              </a:defRPr>
            </a:lvl5pPr>
            <a:lvl6pPr algn="l">
              <a:defRPr sz="2550" b="1" i="0">
                <a:solidFill>
                  <a:srgbClr val="FFFFFF"/>
                </a:solidFill>
              </a:defRPr>
            </a:lvl6pPr>
            <a:lvl7pPr algn="l">
              <a:defRPr sz="2550" b="1" i="0">
                <a:solidFill>
                  <a:srgbClr val="FFFFFF"/>
                </a:solidFill>
              </a:defRPr>
            </a:lvl7pPr>
            <a:lvl8pPr algn="l">
              <a:defRPr sz="2550" b="1" i="0">
                <a:solidFill>
                  <a:srgbClr val="FFFFFF"/>
                </a:solidFill>
              </a:defRPr>
            </a:lvl8pPr>
            <a:lvl9pPr algn="l"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One-page runbook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7ABEE-243C-43F7-9672-F0FF1BD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B8CBD9"/>
                </a:solidFill>
              </a:defRPr>
            </a:defPPr>
            <a:lvl1pPr algn="l">
              <a:defRPr sz="1275" b="0" i="0">
                <a:solidFill>
                  <a:srgbClr val="B8CBD9"/>
                </a:solidFill>
              </a:defRPr>
            </a:lvl1pPr>
            <a:lvl2pPr algn="l">
              <a:defRPr sz="1275" b="0" i="0">
                <a:solidFill>
                  <a:srgbClr val="B8CBD9"/>
                </a:solidFill>
              </a:defRPr>
            </a:lvl2pPr>
            <a:lvl3pPr algn="l">
              <a:defRPr sz="1275" b="0" i="0">
                <a:solidFill>
                  <a:srgbClr val="B8CBD9"/>
                </a:solidFill>
              </a:defRPr>
            </a:lvl3pPr>
            <a:lvl4pPr algn="l">
              <a:defRPr sz="1275" b="0" i="0">
                <a:solidFill>
                  <a:srgbClr val="B8CBD9"/>
                </a:solidFill>
              </a:defRPr>
            </a:lvl4pPr>
            <a:lvl5pPr algn="l">
              <a:defRPr sz="1275" b="0" i="0">
                <a:solidFill>
                  <a:srgbClr val="B8CBD9"/>
                </a:solidFill>
              </a:defRPr>
            </a:lvl5pPr>
            <a:lvl6pPr algn="l">
              <a:defRPr sz="1275" b="0" i="0">
                <a:solidFill>
                  <a:srgbClr val="B8CBD9"/>
                </a:solidFill>
              </a:defRPr>
            </a:lvl6pPr>
            <a:lvl7pPr algn="l">
              <a:defRPr sz="1275" b="0" i="0">
                <a:solidFill>
                  <a:srgbClr val="B8CBD9"/>
                </a:solidFill>
              </a:defRPr>
            </a:lvl7pPr>
            <a:lvl8pPr algn="l">
              <a:defRPr sz="1275" b="0" i="0">
                <a:solidFill>
                  <a:srgbClr val="B8CBD9"/>
                </a:solidFill>
              </a:defRPr>
            </a:lvl8pPr>
            <a:lvl9pPr algn="l">
              <a:defRPr sz="1275" b="0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B8CBD9"/>
                </a:solidFill>
              </a:defRPr>
            </a:pPr>
            <a:r>
              <a:rPr sz="1275" b="0" i="0">
                <a:solidFill>
                  <a:srgbClr val="B8CBD9"/>
                </a:solidFill>
              </a:rPr>
              <a:t>Use these commands in order. Keep the GitHub reviewer separate from the setup user.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B64D9-7A71-4942-A3C5-97FE8706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59E0B"/>
                </a:solidFill>
              </a:defRPr>
            </a:defPPr>
            <a:lvl1pPr algn="l">
              <a:defRPr sz="1350" b="1" i="0">
                <a:solidFill>
                  <a:srgbClr val="F59E0B"/>
                </a:solidFill>
              </a:defRPr>
            </a:lvl1pPr>
            <a:lvl2pPr algn="l">
              <a:defRPr sz="1350" b="1" i="0">
                <a:solidFill>
                  <a:srgbClr val="F59E0B"/>
                </a:solidFill>
              </a:defRPr>
            </a:lvl2pPr>
            <a:lvl3pPr algn="l">
              <a:defRPr sz="1350" b="1" i="0">
                <a:solidFill>
                  <a:srgbClr val="F59E0B"/>
                </a:solidFill>
              </a:defRPr>
            </a:lvl3pPr>
            <a:lvl4pPr algn="l">
              <a:defRPr sz="1350" b="1" i="0">
                <a:solidFill>
                  <a:srgbClr val="F59E0B"/>
                </a:solidFill>
              </a:defRPr>
            </a:lvl4pPr>
            <a:lvl5pPr algn="l">
              <a:defRPr sz="1350" b="1" i="0">
                <a:solidFill>
                  <a:srgbClr val="F59E0B"/>
                </a:solidFill>
              </a:defRPr>
            </a:lvl5pPr>
            <a:lvl6pPr algn="l">
              <a:defRPr sz="1350" b="1" i="0">
                <a:solidFill>
                  <a:srgbClr val="F59E0B"/>
                </a:solidFill>
              </a:defRPr>
            </a:lvl6pPr>
            <a:lvl7pPr algn="l">
              <a:defRPr sz="1350" b="1" i="0">
                <a:solidFill>
                  <a:srgbClr val="F59E0B"/>
                </a:solidFill>
              </a:defRPr>
            </a:lvl7pPr>
            <a:lvl8pPr algn="l">
              <a:defRPr sz="1350" b="1" i="0">
                <a:solidFill>
                  <a:srgbClr val="F59E0B"/>
                </a:solidFill>
              </a:defRPr>
            </a:lvl8pPr>
            <a:lvl9pPr algn="l"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B6BAD-A5B7-446A-874F-C183A843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</a:defRPr>
            </a:defPPr>
            <a:lvl1pPr algn="l">
              <a:defRPr sz="1350" b="1" i="0">
                <a:solidFill>
                  <a:srgbClr val="FFFFFF"/>
                </a:solidFill>
              </a:defRPr>
            </a:lvl1pPr>
            <a:lvl2pPr algn="l">
              <a:defRPr sz="1350" b="1" i="0">
                <a:solidFill>
                  <a:srgbClr val="FFFFFF"/>
                </a:solidFill>
              </a:defRPr>
            </a:lvl2pPr>
            <a:lvl3pPr algn="l">
              <a:defRPr sz="1350" b="1" i="0">
                <a:solidFill>
                  <a:srgbClr val="FFFFFF"/>
                </a:solidFill>
              </a:defRPr>
            </a:lvl3pPr>
            <a:lvl4pPr algn="l">
              <a:defRPr sz="1350" b="1" i="0">
                <a:solidFill>
                  <a:srgbClr val="FFFFFF"/>
                </a:solidFill>
              </a:defRPr>
            </a:lvl4pPr>
            <a:lvl5pPr algn="l">
              <a:defRPr sz="1350" b="1" i="0">
                <a:solidFill>
                  <a:srgbClr val="FFFFFF"/>
                </a:solidFill>
              </a:defRPr>
            </a:lvl5pPr>
            <a:lvl6pPr algn="l">
              <a:defRPr sz="1350" b="1" i="0">
                <a:solidFill>
                  <a:srgbClr val="FFFFFF"/>
                </a:solidFill>
              </a:defRPr>
            </a:lvl6pPr>
            <a:lvl7pPr algn="l">
              <a:defRPr sz="1350" b="1" i="0">
                <a:solidFill>
                  <a:srgbClr val="FFFFFF"/>
                </a:solidFill>
              </a:defRPr>
            </a:lvl7pPr>
            <a:lvl8pPr algn="l">
              <a:defRPr sz="1350" b="1" i="0">
                <a:solidFill>
                  <a:srgbClr val="FFFFFF"/>
                </a:solidFill>
              </a:defRPr>
            </a:lvl8pPr>
            <a:lvl9pPr algn="l">
              <a:defRPr sz="1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EC740-77B6-425A-8F7A-1E91855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33550"/>
            <a:ext cx="838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5749540-8A78-4D9D-8426-9B1A595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803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7F3F8"/>
                </a:solidFill>
              </a:defRPr>
            </a:defPPr>
            <a:lvl1pPr algn="l">
              <a:defRPr sz="1050" b="0" i="0">
                <a:solidFill>
                  <a:srgbClr val="E7F3F8"/>
                </a:solidFill>
              </a:defRPr>
            </a:lvl1pPr>
            <a:lvl2pPr algn="l">
              <a:defRPr sz="1050" b="0" i="0">
                <a:solidFill>
                  <a:srgbClr val="E7F3F8"/>
                </a:solidFill>
              </a:defRPr>
            </a:lvl2pPr>
            <a:lvl3pPr algn="l">
              <a:defRPr sz="1050" b="0" i="0">
                <a:solidFill>
                  <a:srgbClr val="E7F3F8"/>
                </a:solidFill>
              </a:defRPr>
            </a:lvl3pPr>
            <a:lvl4pPr algn="l">
              <a:defRPr sz="1050" b="0" i="0">
                <a:solidFill>
                  <a:srgbClr val="E7F3F8"/>
                </a:solidFill>
              </a:defRPr>
            </a:lvl4pPr>
            <a:lvl5pPr algn="l">
              <a:defRPr sz="1050" b="0" i="0">
                <a:solidFill>
                  <a:srgbClr val="E7F3F8"/>
                </a:solidFill>
              </a:defRPr>
            </a:lvl5pPr>
            <a:lvl6pPr algn="l">
              <a:defRPr sz="1050" b="0" i="0">
                <a:solidFill>
                  <a:srgbClr val="E7F3F8"/>
                </a:solidFill>
              </a:defRPr>
            </a:lvl6pPr>
            <a:lvl7pPr algn="l">
              <a:defRPr sz="1050" b="0" i="0">
                <a:solidFill>
                  <a:srgbClr val="E7F3F8"/>
                </a:solidFill>
              </a:defRPr>
            </a:lvl7pPr>
            <a:lvl8pPr algn="l">
              <a:defRPr sz="1050" b="0" i="0">
                <a:solidFill>
                  <a:srgbClr val="E7F3F8"/>
                </a:solidFill>
              </a:defRPr>
            </a:lvl8pPr>
            <a:lvl9pPr algn="l">
              <a:defRPr sz="105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7F3F8"/>
                </a:solidFill>
              </a:defRPr>
            </a:pPr>
            <a:r>
              <a:rPr sz="1050" b="0" i="0">
                <a:solidFill>
                  <a:srgbClr val="E7F3F8"/>
                </a:solidFill>
              </a:rPr>
              <a:t>python3 deploy/setup_production.py --domain cases.enfoldindia.org --email ops@example.com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09021-19E5-4A4E-8D89-2D6018B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59E0B"/>
                </a:solidFill>
              </a:defRPr>
            </a:defPPr>
            <a:lvl1pPr algn="l">
              <a:defRPr sz="1350" b="1" i="0">
                <a:solidFill>
                  <a:srgbClr val="F59E0B"/>
                </a:solidFill>
              </a:defRPr>
            </a:lvl1pPr>
            <a:lvl2pPr algn="l">
              <a:defRPr sz="1350" b="1" i="0">
                <a:solidFill>
                  <a:srgbClr val="F59E0B"/>
                </a:solidFill>
              </a:defRPr>
            </a:lvl2pPr>
            <a:lvl3pPr algn="l">
              <a:defRPr sz="1350" b="1" i="0">
                <a:solidFill>
                  <a:srgbClr val="F59E0B"/>
                </a:solidFill>
              </a:defRPr>
            </a:lvl3pPr>
            <a:lvl4pPr algn="l">
              <a:defRPr sz="1350" b="1" i="0">
                <a:solidFill>
                  <a:srgbClr val="F59E0B"/>
                </a:solidFill>
              </a:defRPr>
            </a:lvl4pPr>
            <a:lvl5pPr algn="l">
              <a:defRPr sz="1350" b="1" i="0">
                <a:solidFill>
                  <a:srgbClr val="F59E0B"/>
                </a:solidFill>
              </a:defRPr>
            </a:lvl5pPr>
            <a:lvl6pPr algn="l">
              <a:defRPr sz="1350" b="1" i="0">
                <a:solidFill>
                  <a:srgbClr val="F59E0B"/>
                </a:solidFill>
              </a:defRPr>
            </a:lvl6pPr>
            <a:lvl7pPr algn="l">
              <a:defRPr sz="1350" b="1" i="0">
                <a:solidFill>
                  <a:srgbClr val="F59E0B"/>
                </a:solidFill>
              </a:defRPr>
            </a:lvl7pPr>
            <a:lvl8pPr algn="l">
              <a:defRPr sz="1350" b="1" i="0">
                <a:solidFill>
                  <a:srgbClr val="F59E0B"/>
                </a:solidFill>
              </a:defRPr>
            </a:lvl8pPr>
            <a:lvl9pPr algn="l"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7E0B-69E8-4257-A4CD-63614F2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</a:defRPr>
            </a:defPPr>
            <a:lvl1pPr algn="l">
              <a:defRPr sz="1350" b="1" i="0">
                <a:solidFill>
                  <a:srgbClr val="FFFFFF"/>
                </a:solidFill>
              </a:defRPr>
            </a:lvl1pPr>
            <a:lvl2pPr algn="l">
              <a:defRPr sz="1350" b="1" i="0">
                <a:solidFill>
                  <a:srgbClr val="FFFFFF"/>
                </a:solidFill>
              </a:defRPr>
            </a:lvl2pPr>
            <a:lvl3pPr algn="l">
              <a:defRPr sz="1350" b="1" i="0">
                <a:solidFill>
                  <a:srgbClr val="FFFFFF"/>
                </a:solidFill>
              </a:defRPr>
            </a:lvl3pPr>
            <a:lvl4pPr algn="l">
              <a:defRPr sz="1350" b="1" i="0">
                <a:solidFill>
                  <a:srgbClr val="FFFFFF"/>
                </a:solidFill>
              </a:defRPr>
            </a:lvl4pPr>
            <a:lvl5pPr algn="l">
              <a:defRPr sz="1350" b="1" i="0">
                <a:solidFill>
                  <a:srgbClr val="FFFFFF"/>
                </a:solidFill>
              </a:defRPr>
            </a:lvl5pPr>
            <a:lvl6pPr algn="l">
              <a:defRPr sz="1350" b="1" i="0">
                <a:solidFill>
                  <a:srgbClr val="FFFFFF"/>
                </a:solidFill>
              </a:defRPr>
            </a:lvl6pPr>
            <a:lvl7pPr algn="l">
              <a:defRPr sz="1350" b="1" i="0">
                <a:solidFill>
                  <a:srgbClr val="FFFFFF"/>
                </a:solidFill>
              </a:defRPr>
            </a:lvl7pPr>
            <a:lvl8pPr algn="l">
              <a:defRPr sz="1350" b="1" i="0">
                <a:solidFill>
                  <a:srgbClr val="FFFFFF"/>
                </a:solidFill>
              </a:defRPr>
            </a:lvl8pPr>
            <a:lvl9pPr algn="l">
              <a:defRPr sz="1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Provision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0C529-63A1-4655-BE26-5D24B0C2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838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13110F2B-E1FF-4E7D-B6F9-3D9CAB40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81275"/>
            <a:ext cx="803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7F3F8"/>
                </a:solidFill>
              </a:defRPr>
            </a:defPPr>
            <a:lvl1pPr algn="l">
              <a:defRPr sz="1050" b="0" i="0">
                <a:solidFill>
                  <a:srgbClr val="E7F3F8"/>
                </a:solidFill>
              </a:defRPr>
            </a:lvl1pPr>
            <a:lvl2pPr algn="l">
              <a:defRPr sz="1050" b="0" i="0">
                <a:solidFill>
                  <a:srgbClr val="E7F3F8"/>
                </a:solidFill>
              </a:defRPr>
            </a:lvl2pPr>
            <a:lvl3pPr algn="l">
              <a:defRPr sz="1050" b="0" i="0">
                <a:solidFill>
                  <a:srgbClr val="E7F3F8"/>
                </a:solidFill>
              </a:defRPr>
            </a:lvl3pPr>
            <a:lvl4pPr algn="l">
              <a:defRPr sz="1050" b="0" i="0">
                <a:solidFill>
                  <a:srgbClr val="E7F3F8"/>
                </a:solidFill>
              </a:defRPr>
            </a:lvl4pPr>
            <a:lvl5pPr algn="l">
              <a:defRPr sz="1050" b="0" i="0">
                <a:solidFill>
                  <a:srgbClr val="E7F3F8"/>
                </a:solidFill>
              </a:defRPr>
            </a:lvl5pPr>
            <a:lvl6pPr algn="l">
              <a:defRPr sz="1050" b="0" i="0">
                <a:solidFill>
                  <a:srgbClr val="E7F3F8"/>
                </a:solidFill>
              </a:defRPr>
            </a:lvl6pPr>
            <a:lvl7pPr algn="l">
              <a:defRPr sz="1050" b="0" i="0">
                <a:solidFill>
                  <a:srgbClr val="E7F3F8"/>
                </a:solidFill>
              </a:defRPr>
            </a:lvl7pPr>
            <a:lvl8pPr algn="l">
              <a:defRPr sz="1050" b="0" i="0">
                <a:solidFill>
                  <a:srgbClr val="E7F3F8"/>
                </a:solidFill>
              </a:defRPr>
            </a:lvl8pPr>
            <a:lvl9pPr algn="l">
              <a:defRPr sz="105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7F3F8"/>
                </a:solidFill>
              </a:defRPr>
            </a:pPr>
            <a:r>
              <a:rPr sz="1050" b="0" i="0">
                <a:solidFill>
                  <a:srgbClr val="E7F3F8"/>
                </a:solidFill>
              </a:rPr>
              <a:t>python3 deploy/setup_production.py --apply --domain cases.enfoldindia.org --email ops@example.com --reviewer 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8B720-86CA-42AC-8954-3C490ED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59E0B"/>
                </a:solidFill>
              </a:defRPr>
            </a:defPPr>
            <a:lvl1pPr algn="l">
              <a:defRPr sz="1350" b="1" i="0">
                <a:solidFill>
                  <a:srgbClr val="F59E0B"/>
                </a:solidFill>
              </a:defRPr>
            </a:lvl1pPr>
            <a:lvl2pPr algn="l">
              <a:defRPr sz="1350" b="1" i="0">
                <a:solidFill>
                  <a:srgbClr val="F59E0B"/>
                </a:solidFill>
              </a:defRPr>
            </a:lvl2pPr>
            <a:lvl3pPr algn="l">
              <a:defRPr sz="1350" b="1" i="0">
                <a:solidFill>
                  <a:srgbClr val="F59E0B"/>
                </a:solidFill>
              </a:defRPr>
            </a:lvl3pPr>
            <a:lvl4pPr algn="l">
              <a:defRPr sz="1350" b="1" i="0">
                <a:solidFill>
                  <a:srgbClr val="F59E0B"/>
                </a:solidFill>
              </a:defRPr>
            </a:lvl4pPr>
            <a:lvl5pPr algn="l">
              <a:defRPr sz="1350" b="1" i="0">
                <a:solidFill>
                  <a:srgbClr val="F59E0B"/>
                </a:solidFill>
              </a:defRPr>
            </a:lvl5pPr>
            <a:lvl6pPr algn="l">
              <a:defRPr sz="1350" b="1" i="0">
                <a:solidFill>
                  <a:srgbClr val="F59E0B"/>
                </a:solidFill>
              </a:defRPr>
            </a:lvl6pPr>
            <a:lvl7pPr algn="l">
              <a:defRPr sz="1350" b="1" i="0">
                <a:solidFill>
                  <a:srgbClr val="F59E0B"/>
                </a:solidFill>
              </a:defRPr>
            </a:lvl7pPr>
            <a:lvl8pPr algn="l">
              <a:defRPr sz="1350" b="1" i="0">
                <a:solidFill>
                  <a:srgbClr val="F59E0B"/>
                </a:solidFill>
              </a:defRPr>
            </a:lvl8pPr>
            <a:lvl9pPr algn="l"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A5400-9B11-476B-8685-B26D43CD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</a:defRPr>
            </a:defPPr>
            <a:lvl1pPr algn="l">
              <a:defRPr sz="1350" b="1" i="0">
                <a:solidFill>
                  <a:srgbClr val="FFFFFF"/>
                </a:solidFill>
              </a:defRPr>
            </a:lvl1pPr>
            <a:lvl2pPr algn="l">
              <a:defRPr sz="1350" b="1" i="0">
                <a:solidFill>
                  <a:srgbClr val="FFFFFF"/>
                </a:solidFill>
              </a:defRPr>
            </a:lvl2pPr>
            <a:lvl3pPr algn="l">
              <a:defRPr sz="1350" b="1" i="0">
                <a:solidFill>
                  <a:srgbClr val="FFFFFF"/>
                </a:solidFill>
              </a:defRPr>
            </a:lvl3pPr>
            <a:lvl4pPr algn="l">
              <a:defRPr sz="1350" b="1" i="0">
                <a:solidFill>
                  <a:srgbClr val="FFFFFF"/>
                </a:solidFill>
              </a:defRPr>
            </a:lvl4pPr>
            <a:lvl5pPr algn="l">
              <a:defRPr sz="1350" b="1" i="0">
                <a:solidFill>
                  <a:srgbClr val="FFFFFF"/>
                </a:solidFill>
              </a:defRPr>
            </a:lvl5pPr>
            <a:lvl6pPr algn="l">
              <a:defRPr sz="1350" b="1" i="0">
                <a:solidFill>
                  <a:srgbClr val="FFFFFF"/>
                </a:solidFill>
              </a:defRPr>
            </a:lvl6pPr>
            <a:lvl7pPr algn="l">
              <a:defRPr sz="1350" b="1" i="0">
                <a:solidFill>
                  <a:srgbClr val="FFFFFF"/>
                </a:solidFill>
              </a:defRPr>
            </a:lvl7pPr>
            <a:lvl8pPr algn="l">
              <a:defRPr sz="1350" b="1" i="0">
                <a:solidFill>
                  <a:srgbClr val="FFFFFF"/>
                </a:solidFill>
              </a:defRPr>
            </a:lvl8pPr>
            <a:lvl9pPr algn="l">
              <a:defRPr sz="1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Merge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D84AC-89DF-4640-AEED-ABA5C3D4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62300"/>
            <a:ext cx="838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5" name="code">
            <a:extLst xmlns:a="http://schemas.openxmlformats.org/drawingml/2006/main">
              <a:ext uri="{FF2B5EF4-FFF2-40B4-BE49-F238E27FC236}">
                <a16:creationId xmlns:a16="http://schemas.microsoft.com/office/drawing/2014/main" id="{3CB417C2-C680-4252-995F-2D66ED57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803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7F3F8"/>
                </a:solidFill>
              </a:defRPr>
            </a:defPPr>
            <a:lvl1pPr algn="l">
              <a:defRPr sz="1050" b="0" i="0">
                <a:solidFill>
                  <a:srgbClr val="E7F3F8"/>
                </a:solidFill>
              </a:defRPr>
            </a:lvl1pPr>
            <a:lvl2pPr algn="l">
              <a:defRPr sz="1050" b="0" i="0">
                <a:solidFill>
                  <a:srgbClr val="E7F3F8"/>
                </a:solidFill>
              </a:defRPr>
            </a:lvl2pPr>
            <a:lvl3pPr algn="l">
              <a:defRPr sz="1050" b="0" i="0">
                <a:solidFill>
                  <a:srgbClr val="E7F3F8"/>
                </a:solidFill>
              </a:defRPr>
            </a:lvl3pPr>
            <a:lvl4pPr algn="l">
              <a:defRPr sz="1050" b="0" i="0">
                <a:solidFill>
                  <a:srgbClr val="E7F3F8"/>
                </a:solidFill>
              </a:defRPr>
            </a:lvl4pPr>
            <a:lvl5pPr algn="l">
              <a:defRPr sz="1050" b="0" i="0">
                <a:solidFill>
                  <a:srgbClr val="E7F3F8"/>
                </a:solidFill>
              </a:defRPr>
            </a:lvl5pPr>
            <a:lvl6pPr algn="l">
              <a:defRPr sz="1050" b="0" i="0">
                <a:solidFill>
                  <a:srgbClr val="E7F3F8"/>
                </a:solidFill>
              </a:defRPr>
            </a:lvl6pPr>
            <a:lvl7pPr algn="l">
              <a:defRPr sz="1050" b="0" i="0">
                <a:solidFill>
                  <a:srgbClr val="E7F3F8"/>
                </a:solidFill>
              </a:defRPr>
            </a:lvl7pPr>
            <a:lvl8pPr algn="l">
              <a:defRPr sz="1050" b="0" i="0">
                <a:solidFill>
                  <a:srgbClr val="E7F3F8"/>
                </a:solidFill>
              </a:defRPr>
            </a:lvl8pPr>
            <a:lvl9pPr algn="l">
              <a:defRPr sz="105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7F3F8"/>
                </a:solidFill>
              </a:defRPr>
            </a:pPr>
            <a:r>
              <a:rPr sz="1050" b="0" i="0">
                <a:solidFill>
                  <a:srgbClr val="E7F3F8"/>
                </a:solidFill>
              </a:rPr>
              <a:t>Review state/production-setup/production.json and merge deploy/environments/production.json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54154-DDA5-4C48-B460-4D0B5869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59E0B"/>
                </a:solidFill>
              </a:defRPr>
            </a:defPPr>
            <a:lvl1pPr algn="l">
              <a:defRPr sz="1350" b="1" i="0">
                <a:solidFill>
                  <a:srgbClr val="F59E0B"/>
                </a:solidFill>
              </a:defRPr>
            </a:lvl1pPr>
            <a:lvl2pPr algn="l">
              <a:defRPr sz="1350" b="1" i="0">
                <a:solidFill>
                  <a:srgbClr val="F59E0B"/>
                </a:solidFill>
              </a:defRPr>
            </a:lvl2pPr>
            <a:lvl3pPr algn="l">
              <a:defRPr sz="1350" b="1" i="0">
                <a:solidFill>
                  <a:srgbClr val="F59E0B"/>
                </a:solidFill>
              </a:defRPr>
            </a:lvl3pPr>
            <a:lvl4pPr algn="l">
              <a:defRPr sz="1350" b="1" i="0">
                <a:solidFill>
                  <a:srgbClr val="F59E0B"/>
                </a:solidFill>
              </a:defRPr>
            </a:lvl4pPr>
            <a:lvl5pPr algn="l">
              <a:defRPr sz="1350" b="1" i="0">
                <a:solidFill>
                  <a:srgbClr val="F59E0B"/>
                </a:solidFill>
              </a:defRPr>
            </a:lvl5pPr>
            <a:lvl6pPr algn="l">
              <a:defRPr sz="1350" b="1" i="0">
                <a:solidFill>
                  <a:srgbClr val="F59E0B"/>
                </a:solidFill>
              </a:defRPr>
            </a:lvl6pPr>
            <a:lvl7pPr algn="l">
              <a:defRPr sz="1350" b="1" i="0">
                <a:solidFill>
                  <a:srgbClr val="F59E0B"/>
                </a:solidFill>
              </a:defRPr>
            </a:lvl7pPr>
            <a:lvl8pPr algn="l">
              <a:defRPr sz="1350" b="1" i="0">
                <a:solidFill>
                  <a:srgbClr val="F59E0B"/>
                </a:solidFill>
              </a:defRPr>
            </a:lvl8pPr>
            <a:lvl9pPr algn="l"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4C432-342A-442E-88F3-55AC4CB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</a:defRPr>
            </a:defPPr>
            <a:lvl1pPr algn="l">
              <a:defRPr sz="1350" b="1" i="0">
                <a:solidFill>
                  <a:srgbClr val="FFFFFF"/>
                </a:solidFill>
              </a:defRPr>
            </a:lvl1pPr>
            <a:lvl2pPr algn="l">
              <a:defRPr sz="1350" b="1" i="0">
                <a:solidFill>
                  <a:srgbClr val="FFFFFF"/>
                </a:solidFill>
              </a:defRPr>
            </a:lvl2pPr>
            <a:lvl3pPr algn="l">
              <a:defRPr sz="1350" b="1" i="0">
                <a:solidFill>
                  <a:srgbClr val="FFFFFF"/>
                </a:solidFill>
              </a:defRPr>
            </a:lvl3pPr>
            <a:lvl4pPr algn="l">
              <a:defRPr sz="1350" b="1" i="0">
                <a:solidFill>
                  <a:srgbClr val="FFFFFF"/>
                </a:solidFill>
              </a:defRPr>
            </a:lvl4pPr>
            <a:lvl5pPr algn="l">
              <a:defRPr sz="1350" b="1" i="0">
                <a:solidFill>
                  <a:srgbClr val="FFFFFF"/>
                </a:solidFill>
              </a:defRPr>
            </a:lvl5pPr>
            <a:lvl6pPr algn="l">
              <a:defRPr sz="1350" b="1" i="0">
                <a:solidFill>
                  <a:srgbClr val="FFFFFF"/>
                </a:solidFill>
              </a:defRPr>
            </a:lvl6pPr>
            <a:lvl7pPr algn="l">
              <a:defRPr sz="1350" b="1" i="0">
                <a:solidFill>
                  <a:srgbClr val="FFFFFF"/>
                </a:solidFill>
              </a:defRPr>
            </a:lvl7pPr>
            <a:lvl8pPr algn="l">
              <a:defRPr sz="1350" b="1" i="0">
                <a:solidFill>
                  <a:srgbClr val="FFFFFF"/>
                </a:solidFill>
              </a:defRPr>
            </a:lvl8pPr>
            <a:lvl9pPr algn="l">
              <a:defRPr sz="1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AA1B8-2A93-460B-9D86-265EE4A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76675"/>
            <a:ext cx="838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9" name="code">
            <a:extLst xmlns:a="http://schemas.openxmlformats.org/drawingml/2006/main">
              <a:ext uri="{FF2B5EF4-FFF2-40B4-BE49-F238E27FC236}">
                <a16:creationId xmlns:a16="http://schemas.microsoft.com/office/drawing/2014/main" id="{96E31F54-B8D0-48FE-B5A7-86265B84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0025"/>
            <a:ext cx="803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7F3F8"/>
                </a:solidFill>
              </a:defRPr>
            </a:defPPr>
            <a:lvl1pPr algn="l">
              <a:defRPr sz="1050" b="0" i="0">
                <a:solidFill>
                  <a:srgbClr val="E7F3F8"/>
                </a:solidFill>
              </a:defRPr>
            </a:lvl1pPr>
            <a:lvl2pPr algn="l">
              <a:defRPr sz="1050" b="0" i="0">
                <a:solidFill>
                  <a:srgbClr val="E7F3F8"/>
                </a:solidFill>
              </a:defRPr>
            </a:lvl2pPr>
            <a:lvl3pPr algn="l">
              <a:defRPr sz="1050" b="0" i="0">
                <a:solidFill>
                  <a:srgbClr val="E7F3F8"/>
                </a:solidFill>
              </a:defRPr>
            </a:lvl3pPr>
            <a:lvl4pPr algn="l">
              <a:defRPr sz="1050" b="0" i="0">
                <a:solidFill>
                  <a:srgbClr val="E7F3F8"/>
                </a:solidFill>
              </a:defRPr>
            </a:lvl4pPr>
            <a:lvl5pPr algn="l">
              <a:defRPr sz="1050" b="0" i="0">
                <a:solidFill>
                  <a:srgbClr val="E7F3F8"/>
                </a:solidFill>
              </a:defRPr>
            </a:lvl5pPr>
            <a:lvl6pPr algn="l">
              <a:defRPr sz="1050" b="0" i="0">
                <a:solidFill>
                  <a:srgbClr val="E7F3F8"/>
                </a:solidFill>
              </a:defRPr>
            </a:lvl6pPr>
            <a:lvl7pPr algn="l">
              <a:defRPr sz="1050" b="0" i="0">
                <a:solidFill>
                  <a:srgbClr val="E7F3F8"/>
                </a:solidFill>
              </a:defRPr>
            </a:lvl7pPr>
            <a:lvl8pPr algn="l">
              <a:defRPr sz="1050" b="0" i="0">
                <a:solidFill>
                  <a:srgbClr val="E7F3F8"/>
                </a:solidFill>
              </a:defRPr>
            </a:lvl8pPr>
            <a:lvl9pPr algn="l">
              <a:defRPr sz="105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7F3F8"/>
                </a:solidFill>
              </a:defRPr>
            </a:pPr>
            <a:r>
              <a:rPr sz="1050" b="0" i="0">
                <a:solidFill>
                  <a:srgbClr val="E7F3F8"/>
                </a:solidFill>
              </a:rPr>
              <a:t>python3 deploy/setup_production.py --deploy RELEASE_RUN_ID --domain cases.enfoldindia.org --email ops@example.com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ECE39-3868-4350-B634-CB93C2D7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59E0B"/>
                </a:solidFill>
              </a:defRPr>
            </a:defPPr>
            <a:lvl1pPr algn="l">
              <a:defRPr sz="1350" b="1" i="0">
                <a:solidFill>
                  <a:srgbClr val="F59E0B"/>
                </a:solidFill>
              </a:defRPr>
            </a:lvl1pPr>
            <a:lvl2pPr algn="l">
              <a:defRPr sz="1350" b="1" i="0">
                <a:solidFill>
                  <a:srgbClr val="F59E0B"/>
                </a:solidFill>
              </a:defRPr>
            </a:lvl2pPr>
            <a:lvl3pPr algn="l">
              <a:defRPr sz="1350" b="1" i="0">
                <a:solidFill>
                  <a:srgbClr val="F59E0B"/>
                </a:solidFill>
              </a:defRPr>
            </a:lvl3pPr>
            <a:lvl4pPr algn="l">
              <a:defRPr sz="1350" b="1" i="0">
                <a:solidFill>
                  <a:srgbClr val="F59E0B"/>
                </a:solidFill>
              </a:defRPr>
            </a:lvl4pPr>
            <a:lvl5pPr algn="l">
              <a:defRPr sz="1350" b="1" i="0">
                <a:solidFill>
                  <a:srgbClr val="F59E0B"/>
                </a:solidFill>
              </a:defRPr>
            </a:lvl5pPr>
            <a:lvl6pPr algn="l">
              <a:defRPr sz="1350" b="1" i="0">
                <a:solidFill>
                  <a:srgbClr val="F59E0B"/>
                </a:solidFill>
              </a:defRPr>
            </a:lvl6pPr>
            <a:lvl7pPr algn="l">
              <a:defRPr sz="1350" b="1" i="0">
                <a:solidFill>
                  <a:srgbClr val="F59E0B"/>
                </a:solidFill>
              </a:defRPr>
            </a:lvl7pPr>
            <a:lvl8pPr algn="l">
              <a:defRPr sz="1350" b="1" i="0">
                <a:solidFill>
                  <a:srgbClr val="F59E0B"/>
                </a:solidFill>
              </a:defRPr>
            </a:lvl8pPr>
            <a:lvl9pPr algn="l"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37E6C-AFB4-4C04-9983-524CE72A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</a:defRPr>
            </a:defPPr>
            <a:lvl1pPr algn="l">
              <a:defRPr sz="1350" b="1" i="0">
                <a:solidFill>
                  <a:srgbClr val="FFFFFF"/>
                </a:solidFill>
              </a:defRPr>
            </a:lvl1pPr>
            <a:lvl2pPr algn="l">
              <a:defRPr sz="1350" b="1" i="0">
                <a:solidFill>
                  <a:srgbClr val="FFFFFF"/>
                </a:solidFill>
              </a:defRPr>
            </a:lvl2pPr>
            <a:lvl3pPr algn="l">
              <a:defRPr sz="1350" b="1" i="0">
                <a:solidFill>
                  <a:srgbClr val="FFFFFF"/>
                </a:solidFill>
              </a:defRPr>
            </a:lvl3pPr>
            <a:lvl4pPr algn="l">
              <a:defRPr sz="1350" b="1" i="0">
                <a:solidFill>
                  <a:srgbClr val="FFFFFF"/>
                </a:solidFill>
              </a:defRPr>
            </a:lvl4pPr>
            <a:lvl5pPr algn="l">
              <a:defRPr sz="1350" b="1" i="0">
                <a:solidFill>
                  <a:srgbClr val="FFFFFF"/>
                </a:solidFill>
              </a:defRPr>
            </a:lvl5pPr>
            <a:lvl6pPr algn="l">
              <a:defRPr sz="1350" b="1" i="0">
                <a:solidFill>
                  <a:srgbClr val="FFFFFF"/>
                </a:solidFill>
              </a:defRPr>
            </a:lvl6pPr>
            <a:lvl7pPr algn="l">
              <a:defRPr sz="1350" b="1" i="0">
                <a:solidFill>
                  <a:srgbClr val="FFFFFF"/>
                </a:solidFill>
              </a:defRPr>
            </a:lvl7pPr>
            <a:lvl8pPr algn="l">
              <a:defRPr sz="1350" b="1" i="0">
                <a:solidFill>
                  <a:srgbClr val="FFFFFF"/>
                </a:solidFill>
              </a:defRPr>
            </a:lvl8pPr>
            <a:lvl9pPr algn="l">
              <a:defRPr sz="1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51112-7D97-431E-836E-64E41DFE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91050"/>
            <a:ext cx="838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23" name="code">
            <a:extLst xmlns:a="http://schemas.openxmlformats.org/drawingml/2006/main">
              <a:ext uri="{FF2B5EF4-FFF2-40B4-BE49-F238E27FC236}">
                <a16:creationId xmlns:a16="http://schemas.microsoft.com/office/drawing/2014/main" id="{C971EBB9-3176-4E81-B293-5224640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803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7F3F8"/>
                </a:solidFill>
              </a:defRPr>
            </a:defPPr>
            <a:lvl1pPr algn="l">
              <a:defRPr sz="1050" b="0" i="0">
                <a:solidFill>
                  <a:srgbClr val="E7F3F8"/>
                </a:solidFill>
              </a:defRPr>
            </a:lvl1pPr>
            <a:lvl2pPr algn="l">
              <a:defRPr sz="1050" b="0" i="0">
                <a:solidFill>
                  <a:srgbClr val="E7F3F8"/>
                </a:solidFill>
              </a:defRPr>
            </a:lvl2pPr>
            <a:lvl3pPr algn="l">
              <a:defRPr sz="1050" b="0" i="0">
                <a:solidFill>
                  <a:srgbClr val="E7F3F8"/>
                </a:solidFill>
              </a:defRPr>
            </a:lvl3pPr>
            <a:lvl4pPr algn="l">
              <a:defRPr sz="1050" b="0" i="0">
                <a:solidFill>
                  <a:srgbClr val="E7F3F8"/>
                </a:solidFill>
              </a:defRPr>
            </a:lvl4pPr>
            <a:lvl5pPr algn="l">
              <a:defRPr sz="1050" b="0" i="0">
                <a:solidFill>
                  <a:srgbClr val="E7F3F8"/>
                </a:solidFill>
              </a:defRPr>
            </a:lvl5pPr>
            <a:lvl6pPr algn="l">
              <a:defRPr sz="1050" b="0" i="0">
                <a:solidFill>
                  <a:srgbClr val="E7F3F8"/>
                </a:solidFill>
              </a:defRPr>
            </a:lvl6pPr>
            <a:lvl7pPr algn="l">
              <a:defRPr sz="1050" b="0" i="0">
                <a:solidFill>
                  <a:srgbClr val="E7F3F8"/>
                </a:solidFill>
              </a:defRPr>
            </a:lvl7pPr>
            <a:lvl8pPr algn="l">
              <a:defRPr sz="1050" b="0" i="0">
                <a:solidFill>
                  <a:srgbClr val="E7F3F8"/>
                </a:solidFill>
              </a:defRPr>
            </a:lvl8pPr>
            <a:lvl9pPr algn="l">
              <a:defRPr sz="1050" b="0" i="0">
                <a:solidFill>
                  <a:srgbClr val="E7F3F8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7F3F8"/>
                </a:solidFill>
              </a:defRPr>
            </a:pPr>
            <a:r>
              <a:rPr sz="1050" b="0" i="0">
                <a:solidFill>
                  <a:srgbClr val="E7F3F8"/>
                </a:solidFill>
              </a:rPr>
              <a:t>python3 deploy/setup_production.py --create-admin --domain cases.enfoldindia.org --email ops@example.com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2D8A9-70BF-4AE3-957E-B739018D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A83E3-D046-4060-A31A-20048F8C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 i="0">
                <a:solidFill>
                  <a:srgbClr val="0B1F33"/>
                </a:solidFill>
              </a:defRPr>
            </a:defPPr>
            <a:lvl1pPr algn="ctr">
              <a:defRPr sz="1125" b="1" i="0">
                <a:solidFill>
                  <a:srgbClr val="0B1F33"/>
                </a:solidFill>
              </a:defRPr>
            </a:lvl1pPr>
            <a:lvl2pPr algn="ctr">
              <a:defRPr sz="1125" b="1" i="0">
                <a:solidFill>
                  <a:srgbClr val="0B1F33"/>
                </a:solidFill>
              </a:defRPr>
            </a:lvl2pPr>
            <a:lvl3pPr algn="ctr">
              <a:defRPr sz="1125" b="1" i="0">
                <a:solidFill>
                  <a:srgbClr val="0B1F33"/>
                </a:solidFill>
              </a:defRPr>
            </a:lvl3pPr>
            <a:lvl4pPr algn="ctr">
              <a:defRPr sz="1125" b="1" i="0">
                <a:solidFill>
                  <a:srgbClr val="0B1F33"/>
                </a:solidFill>
              </a:defRPr>
            </a:lvl4pPr>
            <a:lvl5pPr algn="ctr">
              <a:defRPr sz="1125" b="1" i="0">
                <a:solidFill>
                  <a:srgbClr val="0B1F33"/>
                </a:solidFill>
              </a:defRPr>
            </a:lvl5pPr>
            <a:lvl6pPr algn="ctr">
              <a:defRPr sz="1125" b="1" i="0">
                <a:solidFill>
                  <a:srgbClr val="0B1F33"/>
                </a:solidFill>
              </a:defRPr>
            </a:lvl6pPr>
            <a:lvl7pPr algn="ctr">
              <a:defRPr sz="1125" b="1" i="0">
                <a:solidFill>
                  <a:srgbClr val="0B1F33"/>
                </a:solidFill>
              </a:defRPr>
            </a:lvl7pPr>
            <a:lvl8pPr algn="ctr">
              <a:defRPr sz="1125" b="1" i="0">
                <a:solidFill>
                  <a:srgbClr val="0B1F33"/>
                </a:solidFill>
              </a:defRPr>
            </a:lvl8pPr>
            <a:lvl9pPr algn="ctr">
              <a:defRPr sz="1125" b="1" i="0">
                <a:solidFill>
                  <a:srgbClr val="0B1F33"/>
                </a:solidFill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0B1F33"/>
                </a:solidFill>
              </a:defRPr>
            </a:pPr>
            <a:r>
              <a:rPr sz="1125" b="1" i="0">
                <a:solidFill>
                  <a:srgbClr val="0B1F33"/>
                </a:solidFill>
              </a:rPr>
              <a:t>After acceptance, enable the third-Friday 00:00 Asia/Kolkata schedule separately.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796CB-8350-47D0-A6FC-9A89EFBC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50003-B041-46E3-838E-74AEBE38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B8CBD9"/>
                </a:solidFill>
              </a:defRPr>
            </a:defPPr>
            <a:lvl1pPr algn="l">
              <a:defRPr sz="825" b="1" i="0">
                <a:solidFill>
                  <a:srgbClr val="B8CBD9"/>
                </a:solidFill>
              </a:defRPr>
            </a:lvl1pPr>
            <a:lvl2pPr algn="l">
              <a:defRPr sz="825" b="1" i="0">
                <a:solidFill>
                  <a:srgbClr val="B8CBD9"/>
                </a:solidFill>
              </a:defRPr>
            </a:lvl2pPr>
            <a:lvl3pPr algn="l">
              <a:defRPr sz="825" b="1" i="0">
                <a:solidFill>
                  <a:srgbClr val="B8CBD9"/>
                </a:solidFill>
              </a:defRPr>
            </a:lvl3pPr>
            <a:lvl4pPr algn="l">
              <a:defRPr sz="825" b="1" i="0">
                <a:solidFill>
                  <a:srgbClr val="B8CBD9"/>
                </a:solidFill>
              </a:defRPr>
            </a:lvl4pPr>
            <a:lvl5pPr algn="l">
              <a:defRPr sz="825" b="1" i="0">
                <a:solidFill>
                  <a:srgbClr val="B8CBD9"/>
                </a:solidFill>
              </a:defRPr>
            </a:lvl5pPr>
            <a:lvl6pPr algn="l">
              <a:defRPr sz="825" b="1" i="0">
                <a:solidFill>
                  <a:srgbClr val="B8CBD9"/>
                </a:solidFill>
              </a:defRPr>
            </a:lvl6pPr>
            <a:lvl7pPr algn="l">
              <a:defRPr sz="825" b="1" i="0">
                <a:solidFill>
                  <a:srgbClr val="B8CBD9"/>
                </a:solidFill>
              </a:defRPr>
            </a:lvl7pPr>
            <a:lvl8pPr algn="l">
              <a:defRPr sz="825" b="1" i="0">
                <a:solidFill>
                  <a:srgbClr val="B8CBD9"/>
                </a:solidFill>
              </a:defRPr>
            </a:lvl8pPr>
            <a:lvl9pPr algn="l">
              <a:defRPr sz="825" b="1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B8CBD9"/>
                </a:solidFill>
              </a:defRPr>
            </a:pPr>
            <a:r>
              <a:rPr sz="825" b="1" i="0">
                <a:solidFill>
                  <a:srgbClr val="B8CBD9"/>
                </a:solidFill>
              </a:rPr>
              <a:t>FFG Production Setup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CF5A5-685F-4CC1-9E04-4A227A01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 i="0">
                <a:solidFill>
                  <a:srgbClr val="B8CBD9"/>
                </a:solidFill>
              </a:defRPr>
            </a:defPPr>
            <a:lvl1pPr algn="r">
              <a:defRPr sz="825" b="1" i="0">
                <a:solidFill>
                  <a:srgbClr val="B8CBD9"/>
                </a:solidFill>
              </a:defRPr>
            </a:lvl1pPr>
            <a:lvl2pPr algn="r">
              <a:defRPr sz="825" b="1" i="0">
                <a:solidFill>
                  <a:srgbClr val="B8CBD9"/>
                </a:solidFill>
              </a:defRPr>
            </a:lvl2pPr>
            <a:lvl3pPr algn="r">
              <a:defRPr sz="825" b="1" i="0">
                <a:solidFill>
                  <a:srgbClr val="B8CBD9"/>
                </a:solidFill>
              </a:defRPr>
            </a:lvl3pPr>
            <a:lvl4pPr algn="r">
              <a:defRPr sz="825" b="1" i="0">
                <a:solidFill>
                  <a:srgbClr val="B8CBD9"/>
                </a:solidFill>
              </a:defRPr>
            </a:lvl4pPr>
            <a:lvl5pPr algn="r">
              <a:defRPr sz="825" b="1" i="0">
                <a:solidFill>
                  <a:srgbClr val="B8CBD9"/>
                </a:solidFill>
              </a:defRPr>
            </a:lvl5pPr>
            <a:lvl6pPr algn="r">
              <a:defRPr sz="825" b="1" i="0">
                <a:solidFill>
                  <a:srgbClr val="B8CBD9"/>
                </a:solidFill>
              </a:defRPr>
            </a:lvl6pPr>
            <a:lvl7pPr algn="r">
              <a:defRPr sz="825" b="1" i="0">
                <a:solidFill>
                  <a:srgbClr val="B8CBD9"/>
                </a:solidFill>
              </a:defRPr>
            </a:lvl7pPr>
            <a:lvl8pPr algn="r">
              <a:defRPr sz="825" b="1" i="0">
                <a:solidFill>
                  <a:srgbClr val="B8CBD9"/>
                </a:solidFill>
              </a:defRPr>
            </a:lvl8pPr>
            <a:lvl9pPr algn="r">
              <a:defRPr sz="825" b="1" i="0">
                <a:solidFill>
                  <a:srgbClr val="B8CBD9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B8CBD9"/>
                </a:solidFill>
              </a:defRPr>
            </a:pPr>
            <a:r>
              <a:rPr sz="825" b="1" i="0">
                <a:solidFill>
                  <a:srgbClr val="B8CBD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8229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2026-10-28T09:41:08.6740000Z</dcterms:created>
  <dcterms:modified xsi:type="dcterms:W3CDTF">2026-10-28T09:41:08.6740000Z</dcterms:modified>
</coreProperties>
</file>